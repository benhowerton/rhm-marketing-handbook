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9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3" r:id="rId45"/>
    <p:sldId id="278" r:id="rId29"/>
    <p:sldId id="290" r:id="rId41"/>
    <p:sldId id="291" r:id="rId42"/>
    <p:sldId id="292" r:id="rId4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hHHAGToa69bCmx5HCedTbAJ05y7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9" name="Ashley Walt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1C61E8-C72F-49A2-BF68-AB6E260F276D}">
  <a:tblStyle styleId="{601C61E8-C72F-49A2-BF68-AB6E260F27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customschemas.google.com/relationships/presentationmetadata" Target="metadata"/><Relationship Id="rId45" Type="http://schemas.openxmlformats.org/officeDocument/2006/relationships/slide" Target="slides/slide3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03T17:12:26.109">
    <p:pos x="3225" y="2131"/>
    <p:text>Specify who "us" is. Send COBE Marketing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A"/>
      </p:ext>
    </p:extLst>
  </p:cm>
  <p:cm authorId="0" idx="2" dt="2026-02-03T17:11:12.786">
    <p:pos x="288" y="1267"/>
    <p:text>Reframe this to COBE Marketing manages a variety of different marketing channels that are FREE and reach many people.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e8"/>
      </p:ext>
    </p:extLst>
  </p:cm>
  <p:cm authorId="0" idx="3" dt="2026-02-03T17:10:01.083">
    <p:pos x="288" y="892"/>
    <p:text>This needs to be more relevant to the users of the playbook. 
ie: "I have a new class/or an event I want to promote - how can COBE Marketing help me/"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e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2-03T17:29:32.472">
    <p:pos x="288" y="172"/>
    <p:text>I don't see these options following through out the deck. Lets chat how to make this more apparent within the options.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E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2-03T18:50:26.674">
    <p:pos x="6000" y="0"/>
    <p:text>A visual of the process would be beneficial here: 
1. Faculty understands marketing goal and target
2. etc. 
I think breaking it out in steps can be helpful to structure the playbook.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I"/>
      </p:ext>
    </p:extLst>
  </p:cm>
  <p:cm authorId="0" idx="6" dt="2026-02-03T18:50:26.674">
    <p:pos x="6000" y="0"/>
    <p:text>We might need a "how to use the slide deck" slide</p:text>
    <p:extLst>
      <p:ext uri="{C676402C-5697-4E1C-873F-D02D1690AC5C}">
        <p15:threadingInfo timeZoneBias="0">
          <p15:parentCm authorId="0" idx="5"/>
        </p15:threadingInfo>
      </p:ext>
      <p:ext uri="http://customooxmlschemas.google.com/">
        <go:slidesCustomData xmlns:go="http://customooxmlschemas.google.com/" commentPostId="AAAByzQ8Af4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2-03T17:31:29.401">
    <p:pos x="288" y="172"/>
    <p:text>For Example: Step 1: Who is your audience?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M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2-03T17:32:10.159">
    <p:pos x="288" y="172"/>
    <p:text>I like this - this needs to be embedded in a step... ie. pick your messaging that aligns with one of the core COBE Messaging Pillars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Q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2-03T17:34:12.454">
    <p:pos x="6000" y="0"/>
    <p:text>Needs more direction : ie - understanding the marketing funnel and your goal.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U"/>
      </p:ext>
    </p:extLst>
  </p:cm>
  <p:cm authorId="0" idx="10" dt="2026-02-03T17:34:52.585">
    <p:pos x="374" y="1785"/>
    <p:text>"Recommended Channels"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Y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2-03T18:49:50.258">
    <p:pos x="288" y="432"/>
    <p:text>Here is an idea of what it could look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g"/>
      </p:ext>
    </p:extLst>
  </p:cm>
  <p:cm authorId="0" idx="12" dt="2026-02-03T18:49:50.258">
    <p:pos x="288" y="432"/>
    <p:text>@benhowerton@boisestate.edu Hey Ben, I've added in some commentary into the playbook. I created a copy of the Instagram page because we need more instruction. I am not in love with the format, but I think this is the mandatory information that needs to be on each slide: 
1. How to activate hands on or hands off
2. screen shot of the placement
3. indicator of the marketing channel</p:text>
    <p:extLst>
      <p:ext uri="{C676402C-5697-4E1C-873F-D02D1690AC5C}">
        <p15:threadingInfo timeZoneBias="0">
          <p15:parentCm authorId="0" idx="11"/>
        </p15:threadingInfo>
      </p:ext>
      <p:ext uri="http://customooxmlschemas.google.com/">
        <go:slidesCustomData xmlns:go="http://customooxmlschemas.google.com/" commentPostId="AAAByzQ8Af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6-02-03T18:57:03.570">
    <p:pos x="288" y="432"/>
    <p:text>This needs to be clearer about what this is and what the output looks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A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02-03T18:58:31.944">
    <p:pos x="374" y="1123"/>
    <p:text>Classroom visits?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I"/>
      </p:ext>
    </p:extLst>
  </p:cm>
  <p:cm authorId="0" idx="17" dt="2026-02-03T18:58:01.428">
    <p:pos x="288" y="432"/>
    <p:text>This might need a better name like Marketing in MBEB or something. One could say that 'internal channels' are all COBE marketing channels.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E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6-02-03T18:59:32.341">
    <p:pos x="403" y="1411"/>
    <p:text>Let's not use the verbiage from COBE's Career Fair mixer...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M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6-02-03T19:01:16.918">
    <p:pos x="2880" y="806"/>
    <p:text>We might want to make the deck follow the brand guidelines. Check fonts across the board.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Q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0" dt="2026-02-03T19:03:56.288">
    <p:pos x="6000" y="0"/>
    <p:text>This slide should be next to the other asset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U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1" dt="2026-02-03T19:06:57.451">
    <p:pos x="6000" y="0"/>
    <p:text>This is probably more suited in the appendix, essentially all this information should be going into the individual sections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c"/>
      </p:ext>
    </p:extLst>
  </p:cm>
  <p:cm authorId="0" idx="22" dt="2026-02-03T19:04:47.095">
    <p:pos x="288" y="2361"/>
    <p:text>How does this differ with the hands off/ hands on journey?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Y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3" dt="2026-02-03T19:07:50.494">
    <p:pos x="288" y="432"/>
    <p:text>In what context would this be? Since COBE Marketing is managing the channels, is this relevant for our audience?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g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4" dt="2026-02-03T19:10:02.008">
    <p:pos x="6000" y="0"/>
    <p:text>Let's connect if this is relevant. If COBE is managing the IG page, i dont think its relevant for the user of the playbook. 
There might be another section around Student Ads Media offerings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k"/>
      </p:ext>
    </p:extLs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5" dt="2026-02-03T19:11:40.287">
    <p:pos x="288" y="2390"/>
    <p:text>Where does this go into? This would be the assumption they are building their own webpage, correct?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s"/>
      </p:ext>
    </p:extLst>
  </p:cm>
  <p:cm authorId="0" idx="26" dt="2026-02-03T19:11:05.852">
    <p:pos x="2995" y="806"/>
    <p:text>Will users have their own central landing page? Might need to adjust to the flyers/etc.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o"/>
      </p:ext>
    </p:extLs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7" dt="2026-02-03T19:12:37.070">
    <p:pos x="374" y="1756"/>
    <p:text>Would the user need to ask COBE marketing for these insights?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0"/>
      </p:ext>
    </p:extLst>
  </p:cm>
  <p:cm authorId="0" idx="28" dt="2026-02-03T19:12:09.270">
    <p:pos x="6000" y="0"/>
    <p:text>This is great, I think it should follow the marketing goals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w"/>
      </p:ext>
    </p:extLst>
  </p:cm>
</p:cmLst>
</file>

<file path=ppt/comments/comment1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9" dt="2026-02-03T19:13:14.457">
    <p:pos x="288" y="2016"/>
    <p:text>Where are templates to be found?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4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omments" Target="../comments/commen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comments" Target="../comments/comment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COLLEGE OF BUSINESS AND ECONOMICS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Your Action-Ready Guide to Brand-Consistent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>
                <a:solidFill>
                  <a:srgbClr val="FFFFFF"/>
                </a:solidFill>
                <a:latin typeface="Arial"/>
              </a:rPr>
              <a:t>For Events, Programs, and Partnerships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January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faculty, staff, and student organizations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Team • Boise State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Bandwidth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4173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sz="1600" b="0">
                <a:solidFill>
                  <a:srgbClr val="333333"/>
                </a:solidFill>
                <a:latin typeface="Arial"/>
              </a:rPr>
              <a:t>I have an event, newsletter item, or announcement to promote—what’s the fastest way to get it out?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01168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Faculty and staff are experts in their fields, not marketing. Learning brand guidelines, specs, and approval workflows takes time you don’t have.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Student organizations face similar constraints with limited resources.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520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sz="1400" b="1">
                <a:solidFill>
                  <a:srgbClr val="333333"/>
                </a:solidFill>
                <a:latin typeface="Arial"/>
              </a:rPr>
              <a:t>COBE Marketing manages free channels reaching thousands of students, alumni, and employers.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0" y="1097280"/>
            <a:ext cx="3657600" cy="16459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212080" y="1234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COBE MARKETING FREE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212080" y="1508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21208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583680" y="1508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1,700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5,000+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2120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MBEB Screens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0" y="2926080"/>
            <a:ext cx="17373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120640" y="3063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20640" y="3383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sz="1000" b="0">
                <a:solidFill>
                  <a:srgbClr val="333333"/>
                </a:solidFill>
                <a:latin typeface="Arial"/>
              </a:rPr>
              <a:t>Email COBE Marketing the facts.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sz="1000" b="0">
                <a:solidFill>
                  <a:srgbClr val="333333"/>
                </a:solidFill>
                <a:latin typeface="Arial"/>
              </a:rPr>
              <a:t>COBE Marketing handles copy, design, scheduling, approvals.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120640" y="4023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for: Busy faculty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949440" y="2926080"/>
            <a:ext cx="17373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040880" y="3063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3383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sz="1000" b="0">
                <a:solidFill>
                  <a:srgbClr val="333333"/>
                </a:solidFill>
                <a:latin typeface="Arial"/>
              </a:rPr>
              <a:t>Use COBE templates to draft assets.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sz="1000" b="0">
                <a:solidFill>
                  <a:srgbClr val="333333"/>
                </a:solidFill>
                <a:latin typeface="Arial"/>
              </a:rPr>
              <a:t>COBE Marketing reviews and approves.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040880" y="4023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for: Creative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720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business 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lead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73736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73736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73736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email to start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any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01752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01752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01752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for most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channels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Choose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Your Path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CONCIERGE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0080" y="1508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For busy faculty who want to send basic facts and have COBE Marketing handle everything else.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0080" y="26517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YOU PROVIDE: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Who, What, When, Where, Photos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0080" y="3291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sz="1000" b="1">
                <a:solidFill>
                  <a:srgbClr val="D64309"/>
                </a:solidFill>
                <a:latin typeface="Arial"/>
              </a:rPr>
              <a:t>COBE MARKETING HANDLES: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Copy, Graphics, Scheduling, Approvals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DIY WITH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937760" y="1508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For users who want creative control and will draft their own copy and graphics using COBE templates.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YOU CREATE: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Copy, Graphics using templates,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937760" y="3291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sz="1000" b="1">
                <a:solidFill>
                  <a:srgbClr val="D64309"/>
                </a:solidFill>
                <a:latin typeface="Arial"/>
              </a:rPr>
              <a:t>COBE MARKETING PROVIDES: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sz="1200" b="0">
                <a:solidFill>
                  <a:srgbClr val="333333"/>
                </a:solidFill>
                <a:latin typeface="Arial"/>
              </a:rPr>
              <a:t>Templates, Brand Review, Final Approval, Scheduling as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GOLDEN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Requests Start Here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0">
                <a:solidFill>
                  <a:srgbClr val="FFFFFF"/>
                </a:solidFill>
                <a:latin typeface="Arial"/>
              </a:rPr>
              <a:t>Whether going Hands-Off or Hands-On, every marketing request begins by emailing COBE Marketing at this address.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SUBJECT LINE FORMAT: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REQUEST - Channel - Date Range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Quick-Start: Which Channel?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What's your goal?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32004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1600200" y="1874520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Attendance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16002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 Newsletter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Instagram 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5"/>
          <p:cNvCxnSpPr/>
          <p:nvPr/>
        </p:nvCxnSpPr>
        <p:spPr>
          <a:xfrm>
            <a:off x="45720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5"/>
          <p:cNvSpPr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Brand Awareness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45720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 Reels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MBEB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59436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5"/>
          <p:cNvCxnSpPr/>
          <p:nvPr/>
        </p:nvCxnSpPr>
        <p:spPr>
          <a:xfrm>
            <a:off x="5943600" y="1874520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Employer/Alumni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75438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64008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4008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Bronco Business News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QUICK TIPS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406908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Current students?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first (1,436 followers, highest engagement)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Professionals?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first (1,700 followers, employer networks)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action needed?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newsletter (5,000+ subscribers, highest conversion)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Budget-conscious?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Start with free COBE channels before paid 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>
                <a:solidFill>
                  <a:srgbClr val="333333"/>
                </a:solidFill>
                <a:latin typeface="Arial"/>
              </a:rPr>
              <a:t>Match your goal → funnel stage → channel for best results (see Marketing Funnel slide)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Strategy and Foundations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Audiences • Messaging Pillars • Marketing Funnel • Brand Voice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Target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Audiences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who you're talking to before you create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" y="12801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PROSPECTIVE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9436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Seeking flexible credentials and career pathways.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94360" y="2148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Stackable certificates, industry exposure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54880" y="12801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CURRENT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advising on certificates, events, internships.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892040" y="2148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News, social posts, email updates with CTAs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28803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9436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EMPLOYERS &amp; PARTNERS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4360" y="3291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talent pipelines and training solutions.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94360" y="3749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Career fairs, mixers, paid interns,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54880" y="28803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ALUMNI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Interested in professional development.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92040" y="3749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Mixers, leadership modules, networking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Core 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Messaging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Pillars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piece of content should connect to at least one of these 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128016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57200" y="12801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051560" y="137160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Career-Readiness &amp; Leadership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51560" y="169164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"Students lead real projects that deliver measurable value."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214884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57200" y="21488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51560" y="224028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Flexible Learning Formats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051560" y="256032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"Complete modules in under 60 minutes; add in-person workshops."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301752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57200" y="30175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51560" y="310896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 Partnership &amp;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051560" y="342900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"Meet COBE students at targeted mixers before major fairs."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388620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57200" y="38862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51560" y="397764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Accessible Collaboration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51560" y="429768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"Clear submission rules reduce friction for departments."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 Guide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 • LinkedIn • Email • Internal Channels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Marketing Funnel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sz="1200" b="0">
                <a:solidFill>
                  <a:srgbClr val="666666"/>
                </a:solidFill>
                <a:latin typeface="Arial"/>
              </a:rPr>
              <a:t>Match your goal to the right funnel stage and channel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9436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TOP OF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9436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Awareness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9436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Reach new audiences and build brand recognition.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9436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900"/>
              <a:buFont typeface="Arial"/>
              <a:buNone/>
            </a:pPr>
            <a:r>
              <a:rPr sz="900" b="1">
                <a:solidFill>
                  <a:srgbClr val="0033A0"/>
                </a:solidFill>
                <a:latin typeface="Arial"/>
              </a:rPr>
              <a:t>RECOMMENDED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9436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Reels &amp; Posts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Press Releases &amp; PR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MBEB Digital Signage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29184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42900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MID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42900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42900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Provide depth for prospects exploring options.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42900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B0"/>
              </a:buClr>
              <a:buSzPts val="900"/>
              <a:buFont typeface="Arial"/>
              <a:buNone/>
            </a:pPr>
            <a:r>
              <a:rPr sz="900" b="1">
                <a:solidFill>
                  <a:srgbClr val="1A5CB0"/>
                </a:solidFill>
                <a:latin typeface="Arial"/>
              </a:rPr>
              <a:t>RECOMMENDED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42900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Website &amp; Landing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Stories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Articles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12648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338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26364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BOTTOM OF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26364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6364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Drive action with targeted outreach.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26364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85D6"/>
              </a:buClr>
              <a:buSzPts val="900"/>
              <a:buFont typeface="Arial"/>
              <a:buNone/>
            </a:pPr>
            <a:r>
              <a:rPr sz="900" b="1">
                <a:solidFill>
                  <a:srgbClr val="3385D6"/>
                </a:solidFill>
                <a:latin typeface="Arial"/>
              </a:rPr>
              <a:t>RECOMMENDED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26364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Marketing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Outreach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457200" y="4572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HOW TO USE THIS:  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333333"/>
                </a:solidFill>
                <a:latin typeface="Calibri"/>
              </a:rPr>
              <a:t>1) Define your goal (awareness / signups / attendance)   2) Choose the funnel stage   3) Use the recommended channels → go to each channel page for activation details + specs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Instagram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current students, prospective undergrads, and event awareness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943600" y="27432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035040" y="365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@boisestatecobe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035040" y="640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student 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4008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Reels - For 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0080" y="1920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 video for maximum reach. The #1 driver of new followers.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Stories - For Urgent Info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Time-sensitive info, event reminders. Use Link Stickers for RSVPs.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Grid Posts - Evergreen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Polished announcements, achievements. Square format 1080x1080.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029200" y="1645920"/>
            <a:ext cx="3657600" cy="880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212080" y="1700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212080" y="1870000"/>
            <a:ext cx="329184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Posts: 1080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Stories and Reels: 1080 x 1920px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Cadence: 3-4 posts per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time: 10 business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029200" y="2580000"/>
            <a:ext cx="3657600" cy="6000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D64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212080" y="2610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 TIPS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212080" y="2780000"/>
            <a:ext cx="329184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include a clear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Link Stickers for RSVPs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Keep captions short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>
                <a:solidFill>
                  <a:srgbClr val="333333"/>
                </a:solidFill>
                <a:latin typeface="Arial"/>
              </a:rPr>
              <a:t>Lead time: 10 business days</a:t>
            </a:r>
          </a:p>
        </p:txBody>
      </p:sp>
      <p:sp>
        <p:nvSpPr>
          <p:cNvPr id="249" name="Google Shape;249;p11"/>
          <p:cNvSpPr/>
          <p:nvPr/>
        </p:nvSpPr>
        <p:spPr>
          <a:xfrm>
            <a:off x="457200" y="4750000"/>
            <a:ext cx="82296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40080" y="4750000"/>
            <a:ext cx="786384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Reels outperform static posts for reach. If you have video content, prioritize it!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Rounded Rectangle 250"/>
          <p:cNvSpPr/>
          <p:nvPr/>
        </p:nvSpPr>
        <p:spPr>
          <a:xfrm>
            <a:off x="5943600" y="274320"/>
            <a:ext cx="750000" cy="220000"/>
          </a:xfrm>
          <a:prstGeom prst="round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753600" y="274320"/>
            <a:ext cx="900000" cy="220000"/>
          </a:xfrm>
          <a:prstGeom prst="roundRect">
            <a:avLst/>
          </a:prstGeom>
          <a:solidFill>
            <a:srgbClr val="00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Consideration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029200" y="3250000"/>
            <a:ext cx="3657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Calibri"/>
              </a:rPr>
              <a:t>HOW TO ACTIVATE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5029200" y="3440000"/>
            <a:ext cx="3657600" cy="850000"/>
          </a:xfrm>
          <a:prstGeom prst="round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Hands-Off (Concierge)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 Marketing at cobe-info@boisestate.edu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Event/program details (who, what, when, where)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Photos (min 1080px)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Registration/RSVP link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5029200" y="4350000"/>
            <a:ext cx="3657600" cy="850000"/>
          </a:xfrm>
          <a:prstGeom prst="roundRect">
            <a:avLst/>
          </a:prstGeom>
          <a:solidFill>
            <a:srgbClr val="FDF0E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Hands-On (DIY w/ Support)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Create using COBE templates (see Templates &amp; Links Hub).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cobe-info@boisestate.edu for review/approval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Finished graphic (1080x1080 or 1080x1920)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Caption text + CTA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57200" y="3800000"/>
            <a:ext cx="4400000" cy="88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[Placement Screenshot: Instagram feed/story example]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employers, alumni, graduate and continuing-ed prospects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943600" y="27432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6035040" y="365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@boisestatecobe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035040" y="640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1,700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Professional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008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Hero Stories - Flagship Content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40080" y="1920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Outcome-focused narratives. Student success, career placements, partnerships.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PDF Carousels - High Engagement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Multi-page PDFs for program overviews, training menus, data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Event Posts - Fairs and Mixers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Career fairs, employer mixers, webinars with clear registration links.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029200" y="1645920"/>
            <a:ext cx="36576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5212080" y="178308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KEY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521208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tag employer partners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212080" y="22860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Extends reach to employer networks. Faculty reshares with personal commentary generate 3-5x more engagement than institutional posts alone.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029200" y="2420000"/>
            <a:ext cx="3657600" cy="700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5212080" y="245000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212080" y="2600000"/>
            <a:ext cx="329184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Banners: 1920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Cadence: 2-3 posts per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Events: 3 weeks lead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>
                <a:solidFill>
                  <a:srgbClr val="FFFFFF"/>
                </a:solidFill>
                <a:latin typeface="Arial"/>
              </a:rPr>
              <a:t>Lead time: 10 business days (events: 3 weeks)</a:t>
            </a:r>
          </a:p>
        </p:txBody>
      </p:sp>
      <p:sp>
        <p:nvSpPr>
          <p:cNvPr id="304" name="Google Shape;304;p12"/>
          <p:cNvSpPr/>
          <p:nvPr/>
        </p:nvSpPr>
        <p:spPr>
          <a:xfrm>
            <a:off x="457200" y="4750000"/>
            <a:ext cx="82296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640080" y="4750000"/>
            <a:ext cx="786384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FACULTY ADVOCACY: When faculty reshare COBE posts on personal profiles, it reaches entirely new networks. Your voice carries more weight than a logo.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Rounded Rectangle 305"/>
          <p:cNvSpPr/>
          <p:nvPr/>
        </p:nvSpPr>
        <p:spPr>
          <a:xfrm>
            <a:off x="5943600" y="274320"/>
            <a:ext cx="900000" cy="220000"/>
          </a:xfrm>
          <a:prstGeom prst="roundRect">
            <a:avLst/>
          </a:prstGeom>
          <a:solidFill>
            <a:srgbClr val="00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Consideration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6903600" y="274320"/>
            <a:ext cx="750000" cy="22000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029200" y="3200000"/>
            <a:ext cx="36576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Calibri"/>
              </a:rPr>
              <a:t>HOW TO ACTIVATE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5029200" y="3390000"/>
            <a:ext cx="3657600" cy="850000"/>
          </a:xfrm>
          <a:prstGeom prst="round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Hands-Off (Concierge)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 Marketing at cobe-info@boisestate.edu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Story/achievement details + outcome data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Partner names to tag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Photos/headshots + registration link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5029200" y="4300000"/>
            <a:ext cx="3657600" cy="850000"/>
          </a:xfrm>
          <a:prstGeom prst="roundRect">
            <a:avLst/>
          </a:prstGeom>
          <a:solidFill>
            <a:srgbClr val="FDF0E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Hands-On (DIY w/ Support)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Create using COBE templates (see Templates &amp; Links Hub).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cobe-info@boisestate.edu for review/approval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Finished post copy + graphics (1920x1080)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Partner tags + links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57200" y="3800000"/>
            <a:ext cx="4400000" cy="88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[Placement Screenshot: LinkedIn post/article example]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645920" y="274320"/>
            <a:ext cx="1828800" cy="32004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HIGHEST CONVERSION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Email Marketing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driving event attendance, applications, and direct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57200" y="1645920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Power of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594360" y="20574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Email has the highest conversion rate of all COBE channels. Direct inbox access means higher engagement for RSVPs, applications, and deadlines.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754880" y="1645920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Burnout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892040" y="20574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Over-emailing causes unsubscribes. Only send when you have genuine value. Coordinate with COBE Marketing on frequency.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" y="3108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sz="1000" b="1">
                <a:solidFill>
                  <a:srgbClr val="D64309"/>
                </a:solidFill>
                <a:latin typeface="Arial"/>
              </a:rPr>
              <a:t>PRO TIPS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572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Segment Your Lists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Target: students, prospects, alumni, employers.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2004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Subject Lines ≤55 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2004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Short, clear, action-oriented.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9436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Include Alt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9436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Images don't load for everyone.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sz="1000" b="1">
                <a:solidFill>
                  <a:srgbClr val="D64309"/>
                </a:solidFill>
                <a:latin typeface="Arial"/>
              </a:rPr>
              <a:t>SPECS &amp; LEAD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sz="1100" b="0">
                <a:solidFill>
                  <a:srgbClr val="FFFFFF"/>
                </a:solidFill>
                <a:latin typeface="Arial"/>
              </a:rPr>
              <a:t>Lead time: 10–15 business days. Copy limit ~100 words per item. Include: final link/CTA, copy, images with alt text. Subscribers: 5,000+.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Rounded Rectangle 330"/>
          <p:cNvSpPr/>
          <p:nvPr/>
        </p:nvSpPr>
        <p:spPr>
          <a:xfrm>
            <a:off x="7300000" y="274320"/>
            <a:ext cx="750000" cy="22000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457200" y="3100000"/>
            <a:ext cx="3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Calibri"/>
              </a:rPr>
              <a:t>HOW TO ACTIVATE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457200" y="3290000"/>
            <a:ext cx="3800000" cy="850000"/>
          </a:xfrm>
          <a:prstGeom prst="round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Hands-Off (Concierge)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 Marketing at cobe-info@boisestate.edu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Event/program details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Copy (≤100 words), CTA, final link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Images with alt text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457200" y="4200000"/>
            <a:ext cx="3800000" cy="850000"/>
          </a:xfrm>
          <a:prstGeom prst="roundRect">
            <a:avLst/>
          </a:prstGeom>
          <a:solidFill>
            <a:srgbClr val="FDF0E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Hands-On (DIY w/ Support)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Create using COBE templates (see Templates &amp; Links Hub).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cobe-info@boisestate.edu for review/approval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Full copy draft + images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Target segment (students/alumni/employers)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754880" y="3108960"/>
            <a:ext cx="3931920" cy="78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[Placement Screenshot: Newsletter section example]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457200" y="6858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Internal Channels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Captive audience opportunities - reach students exactly where they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Classroom </a:t>
            </a: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Slide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94360" y="2011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3 Minutes Before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9436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Those few minutes before class starts are prime real estate. Students are seated and paying attention to the screen.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94360" y="2743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BEST FOR: Event announcements with QR codes, Deadline reminders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MBEB Digital Signage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892040" y="2011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Lobby and Hallway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89204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High-traffic areas in the Micron Business Building. Students pass these screens multiple times daily.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892040" y="2743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SPECS: 1920x1080px, Dark background, NO logo overlays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Other Campus Screens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14"/>
          <p:cNvGraphicFramePr/>
          <p:nvPr/>
        </p:nvGraphicFramePr>
        <p:xfrm>
          <a:off x="45720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286000"/>
                <a:gridCol w="18288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Contact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 Dining Screens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768 x 1366px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subpromos@boisestate.edu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Albertsons Library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 x 720px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lib_communications@boisestate.edu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Campus Rec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jaredcox@boisestate.edu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1" name="Rounded Rectangle 350"/>
          <p:cNvSpPr/>
          <p:nvPr/>
        </p:nvSpPr>
        <p:spPr>
          <a:xfrm>
            <a:off x="6300000" y="274320"/>
            <a:ext cx="750000" cy="220000"/>
          </a:xfrm>
          <a:prstGeom prst="round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352" name="Rounded Rectangle 351"/>
          <p:cNvSpPr/>
          <p:nvPr/>
        </p:nvSpPr>
        <p:spPr>
          <a:xfrm>
            <a:off x="7110000" y="274320"/>
            <a:ext cx="750000" cy="22000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754880" y="3200000"/>
            <a:ext cx="39319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Calibri"/>
              </a:rPr>
              <a:t>HOW TO ACTIVATE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4754880" y="3390000"/>
            <a:ext cx="3931920" cy="850000"/>
          </a:xfrm>
          <a:prstGeom prst="round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Hands-Off (Concierge)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 Marketing at cobe-info@boisestate.edu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Event details, dates, QR code destination URL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Photos/graphics (if available)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4754880" y="4300000"/>
            <a:ext cx="3931920" cy="850000"/>
          </a:xfrm>
          <a:prstGeom prst="roundRect">
            <a:avLst/>
          </a:prstGeom>
          <a:solidFill>
            <a:srgbClr val="FDF0E5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333333"/>
                </a:solidFill>
                <a:latin typeface="Calibri"/>
              </a:rPr>
              <a:t>Hands-On (DIY w/ Support)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Create using COBE templates (see Templates &amp; Links Hub).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Email cobe-info@boisestate.edu for review/approval with: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Finished slide (1920x1080, dark bg, no logo)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  <a:latin typeface="Calibri"/>
              </a:rPr>
              <a:t>• QR code linking to registration/RSVP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457200" y="460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333333"/>
                </a:solidFill>
                <a:latin typeface="Calibri"/>
              </a:rPr>
              <a:t>LEAD TIME: Classroom slides: 5 business days  |  MBEB screens: 5 business days  |  SPECS: 1920x1080px, dark background, no logo overlays, large QR codes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4754880" y="2800000"/>
            <a:ext cx="3931920" cy="4000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[Placement Screenshot: Classroom slide / MBEB signage example]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Asset Specs: Visual Reference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your dimensions before you create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914400" y="1371600"/>
            <a:ext cx="2011680" cy="20116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914400" y="2011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1:1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914400" y="3429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1080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914400" y="3657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Instagram Grid Posts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3657600" y="1371600"/>
            <a:ext cx="1371600" cy="2441448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65760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9:16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20040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1080 x 1920px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3200400" y="4114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Stories &amp; Reels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943600" y="1645920"/>
            <a:ext cx="2743200" cy="1545336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16:9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94360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1920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486400" y="34747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MBEB Screens, LinkedIn, Presentations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 TIP: Always design at the exact dimensions. Resizing after the fact degrades quality.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Promoting Events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Complete Event Promotion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Event Promotion Checklist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 backwards from your event 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45720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45720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45720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4864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Book room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Confirm speakers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Contact Career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54864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54864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cobecareers@boisestate.edu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260604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260604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260604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269748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Submit to Localist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Request LinkedIn 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Request 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Order printed materials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269748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269748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boisestate.enterprise.localist.com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75488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484632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posts begin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MBEB screens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Classroom slides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reminder 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484632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84632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690372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690372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690372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699516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Signage in place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Check-in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Photographer assigned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Post-event survey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99516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699516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Capture photos &amp; attendee count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sz="2800" b="1">
                <a:solidFill>
                  <a:srgbClr val="0033A0"/>
                </a:solidFill>
                <a:latin typeface="Arial"/>
              </a:rPr>
              <a:t>Sample Request Email (Hands-Off)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sz="1200" b="0">
                <a:solidFill>
                  <a:srgbClr val="666666"/>
                </a:solidFill>
                <a:latin typeface="Arial"/>
              </a:rPr>
              <a:t>Copy this format for a complete, actionable Hands-Off (Concierge) request to COBE Marketing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To: cobe-info@boisestate.edu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Subject: RHM REQUEST - Instagram + Newsletter - Feb 15-28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8"/>
          <p:cNvCxnSpPr/>
          <p:nvPr/>
        </p:nvCxnSpPr>
        <p:spPr>
          <a:xfrm>
            <a:off x="640080" y="1874520"/>
            <a:ext cx="786384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8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 COBE Marketing Team,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I'd like to promote our upcoming Career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Mixer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640080" y="256032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DETAILS: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What: RHM Spring Career Mixer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When: Thursday, Feb 27, 5-7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Where: MBEB 1102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Who: Open to all COBE students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40080" y="342900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CHANNELS REQUESTED: Instagram post + story, Newsletter mention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40080" y="361188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GOAL: Drive event registrations (target: 50 RSVPs)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I've attached a photo from last year's event.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Registration link: [Handshake URL]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Thanks!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Ashley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640080" y="48920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Include: Event details, channels requested, goal/success metric, assets, and any links.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&amp; Specifications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>
                <a:solidFill>
                  <a:srgbClr val="FFFFFF"/>
                </a:solidFill>
                <a:latin typeface="Arial"/>
              </a:rPr>
              <a:t>Colors • Sizes • Non-Negotiables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Boise State Brand Essentials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Required standards for all marketing materials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Official Colors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457200" y="1600200"/>
            <a:ext cx="1828800" cy="12801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548640" y="16916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BOISE STATE BLUE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Pantone 286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Hex: #0033A0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RGB: 0, 51, 160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2377440" y="1600200"/>
            <a:ext cx="1828800" cy="12801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2468880" y="16916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BOISE STATE ORANGE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Pantone 172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Hex: #D64309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RGB: 214, 67,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5720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Typography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5720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Garamond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572000" y="1920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Body text, formal 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8580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Gotham / Oswald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6858000" y="19202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Marketing, headlines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4572000" y="22402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Web fonts: Oswald + Lato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Visual Rules: Non-Negotiables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5720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59436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59436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Clean Screen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59436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MBEB screens already display the Boise State logo. Do not overlay logos on graphics for screens.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329184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342900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High-Resolution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342900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Blurry images damage brand perception. Min 1080px for social, 1920px for screens.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12648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626364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626364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Accessibility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626364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Alt text for images, descriptive links, proper heading structure, sufficient contrast.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Asset Specifications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Quick reference for all graphic sizes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3" name="Google Shape;483;p2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560325"/>
                <a:gridCol w="1371600"/>
                <a:gridCol w="2011675"/>
                <a:gridCol w="22860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Type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Grid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Square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Stories/Reels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 x 1920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JPG/PNG/MP4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LinkedIn Banners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 Dining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768 x 1366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Albertsons Library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 x 720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Shuttle Stop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x 35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Flyers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 x 11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x 31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TIP: When in doubt, provide the largest size available. COBE Marketing can always scale down but cannot scale 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sz="3200" b="1">
                <a:solidFill>
                  <a:srgbClr val="0033A0"/>
                </a:solidFill>
                <a:latin typeface="Arial"/>
              </a:rPr>
              <a:t>Appendix: Lead Times Reference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sz="1200" b="0">
                <a:solidFill>
                  <a:srgbClr val="666666"/>
                </a:solidFill>
                <a:latin typeface="Arial"/>
              </a:rPr>
              <a:t>Hands-Off: add time for COBE Marketing to create copy/design. Hands-On: faster if assets are already on-spec and final. Rush requests require director approval.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" name="Google Shape;494;p22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286000"/>
                <a:gridCol w="1828800"/>
                <a:gridCol w="41148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 Time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&amp; LinkedIn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Sensitive topics require manager approval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Newsletter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10-15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Longer for multi-section newsletters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Updates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exact copy, URL, and alt text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Landing Pages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CTA ownership and form routing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Events &amp; Fairs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3-6 weeks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Longer for venue and partner coordination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1920x1080px, dark background required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Printed Materials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weeks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FDCC budget code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95" name="Google Shape;495;p2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to Include in Your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Channel(s) requested  •  Target publish date(s)  •  Campaign objective + success metric  •  Copy draft (≤100 words) and CTA link  •  Assets with correct sizes + alt text  •  Lead owner for approvals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Logistics and Governance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Crisis Protocol • Accessibility • Approvals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CRISIS PROTOCOL - MEMORIZE THIS 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When Things Go Wrong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Negative comments, errors, or controversial content require immediate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45720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"/>
          <p:cNvSpPr/>
          <p:nvPr/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PAUSE IMMEDIATELY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59436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Stop all scheduled publishing. Do not respond to negative comments yet. Take a breath.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329184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4"/>
          <p:cNvSpPr/>
          <p:nvPr/>
        </p:nvSpPr>
        <p:spPr>
          <a:xfrm>
            <a:off x="329184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NOTIFY KATE WATSON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342900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Contact Kate Watson, Director, immediately. She will coordinate the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612648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4"/>
          <p:cNvSpPr/>
          <p:nvPr/>
        </p:nvSpPr>
        <p:spPr>
          <a:xfrm>
            <a:off x="621792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CORRECT &amp;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626364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Once approved, correct the issue. Document what happened for future reference.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Crisis Contact: Kate Watson, Director - Email first, then call if urgent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Planning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 Benchmarks • Allocation Frameworks • ROI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8229600" y="1828800"/>
            <a:ext cx="54864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CPM Benchmarks by Channel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5" y="-5"/>
            <a:ext cx="5487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Per Thousand Impressions - Lower is better for awareness campaigns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5" name="Google Shape;545;p2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286000"/>
                <a:gridCol w="1188725"/>
                <a:gridCol w="1645925"/>
                <a:gridCol w="1097275"/>
                <a:gridCol w="2011675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Meta/Instagram Ads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$560/semester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Arbiter Web Banner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$400/mo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Shuttle Stop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Blueprint Magazine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Arbiter Print Ad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$66.67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COBE Internal (Free)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2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KEY INSIGHT: FREE CHANNELS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 internal channels deliver ~45,000 impressions at zero cost—that's 19% of total reach in the RHM campaign with $0 spend. Always activate free channels before investing in paid advertising. The combination of strategic paid placement + comprehensive free channel activation delivers maximum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7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 &amp; Analytics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 Codes • UTM Parameters • Performance Measurement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8229600" y="1828800"/>
            <a:ext cx="54864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QR Code Tracking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5" y="9170"/>
            <a:ext cx="5487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Measure offline-to-online conversion with trackable QR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Why Track QR Codes?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594360" y="173736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Print materials, posters, and classroom slides drive traffic—but only if you measure it. Trackable QR codes let you see which placements actually generate scans and conversions.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594360" y="2514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RECOMMENDED TOOL: Flowcode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594360" y="2743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sz="1000" b="0">
                <a:solidFill>
                  <a:srgbClr val="666666"/>
                </a:solidFill>
                <a:latin typeface="Arial"/>
              </a:rPr>
              <a:t>Free tier available. Create unique codes for each placement. Link each to your destination URL.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4892040" y="173736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800">
                <a:solidFill>
                  <a:srgbClr val="333333"/>
                </a:solidFill>
                <a:latin typeface="Calibri"/>
              </a:rPr>
              <a:t>1. Choose your destination link (registration page, RSVP form, Boise State web page). If you don’t have one, request a landing page via COBE Marketing.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sz="800">
                <a:solidFill>
                  <a:srgbClr val="333333"/>
                </a:solidFill>
                <a:latin typeface="Calibri"/>
              </a:rPr>
              <a:t>2. Add UTM parameters for digital tracking (if needed)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800">
                <a:solidFill>
                  <a:srgbClr val="333333"/>
                </a:solidFill>
                <a:latin typeface="Calibri"/>
              </a:rPr>
              <a:t>3. Generate a unique QR code per placement (poster vs. slide vs. flyer)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sz="800">
                <a:solidFill>
                  <a:srgbClr val="333333"/>
                </a:solidFill>
                <a:latin typeface="Calibri"/>
              </a:rPr>
              <a:t>4. Name consistently: RHM-ShuttleStop-Feb25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800">
                <a:solidFill>
                  <a:srgbClr val="333333"/>
                </a:solidFill>
                <a:latin typeface="Calibri"/>
              </a:rPr>
              <a:t>5. Review scan/traffic weekly in Flowcode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UTM Parameters for Digital Campaigns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594360" y="3886200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 URL structure: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boisestate.edu/cobe/rhm-certificates?utm_source=instagram&amp;utm_medium=social&amp;utm_campaign=rhm-spring25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594360" y="443484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consistent naming: source (where), medium (how), campaign (what). Track in Google Analytics.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Metrics That Matter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Understanding what to measure and what it actually 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45720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9"/>
          <p:cNvSpPr/>
          <p:nvPr/>
        </p:nvSpPr>
        <p:spPr>
          <a:xfrm>
            <a:off x="59436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many people saw it?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59436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Unique users who viewed your content. Measures awareness.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59436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59436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open 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329184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9"/>
          <p:cNvSpPr/>
          <p:nvPr/>
        </p:nvSpPr>
        <p:spPr>
          <a:xfrm>
            <a:off x="342900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342900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Did they interact?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342900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Likes, comments, shares, saves. Measures content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342900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342900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(Reactions + Comments + Shares) ÷ Impressions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612648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626364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626364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Did they take action?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626364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RSVPs, applications, registrations. The metric that matters for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626364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626364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registrations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Applications submitted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 inquiries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Pro tip: Reach without conversion is vanity. Always connect metrics back to program goals.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 CADENCE: Weekly snapshots • Monthly channel roll-ups • Per-campaign recaps • Semester summaries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PROOF OF CONCEPT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RHM Case Study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2025 Marketing Campaign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RHM Spring 2025: Budget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Certificate programs marketing campaign | January - May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45720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45720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$2,090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45720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Paid advertising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329184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329184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237K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329184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Est. Impressions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/>
          <p:nvPr/>
        </p:nvSpPr>
        <p:spPr>
          <a:xfrm>
            <a:off x="329184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Paid + free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612648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$8.82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612648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Blended CPM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612648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per 1,000 impressions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Budget Allocation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8" name="Google Shape;638;p31"/>
          <p:cNvGraphicFramePr/>
          <p:nvPr/>
        </p:nvGraphicFramePr>
        <p:xfrm>
          <a:off x="4572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3200400"/>
                <a:gridCol w="914400"/>
                <a:gridCol w="1188725"/>
                <a:gridCol w="1554475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 Category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of Budget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Student Media (Blueprint, Arbiter)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$1,250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$16.67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Social (Meta/Instagram)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Print (Shuttle Stops)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 Channels (COBE Internal)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RHM Campaign: Key Insights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sz="1200" b="0">
                <a:solidFill>
                  <a:srgbClr val="666666"/>
                </a:solidFill>
                <a:latin typeface="Arial"/>
              </a:rPr>
              <a:t>What worked and what COBE Marketing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2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Best CPM: Meta/Instagram 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594360" y="160020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$5.33 per 1,000 impressions with precise demographic targeting to Boise residents + BSU students. $5/day budget is manageable and effective.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2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2"/>
          <p:cNvSpPr/>
          <p:nvPr/>
        </p:nvSpPr>
        <p:spPr>
          <a:xfrm>
            <a:off x="594360" y="219456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Best Quality: Tabling &amp; Class Visits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2"/>
          <p:cNvSpPr/>
          <p:nvPr/>
        </p:nvSpPr>
        <p:spPr>
          <a:xfrm>
            <a:off x="594360" y="246888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Highest-quality direct engagement. QR-coded handouts drive traffic to landing page with trackable attribution.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594360" y="306324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Free Channel Value: 45K Impressions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2"/>
          <p:cNvSpPr/>
          <p:nvPr/>
        </p:nvSpPr>
        <p:spPr>
          <a:xfrm>
            <a:off x="594360" y="3337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internal channels (social, newsletter, screens, tabling) deliver significant reach at zero cost. Always activate these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2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Newsletter Strategy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/>
          <p:nvPr/>
        </p:nvSpPr>
        <p:spPr>
          <a:xfrm>
            <a:off x="594360" y="42062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Feature programs every few months with varied messaging. Don't appear in every email or subscribers tune out. Coordinate timing with Kate.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2"/>
          <p:cNvSpPr/>
          <p:nvPr/>
        </p:nvSpPr>
        <p:spPr>
          <a:xfrm>
            <a:off x="640080" y="47091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BOTTOM LINE: Free channels deliver ~19% of total impressions at zero cost. Combine strategic paid + free activation for max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Resources &amp; Directory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>
                <a:solidFill>
                  <a:srgbClr val="FFFFFF"/>
                </a:solidFill>
                <a:latin typeface="Arial"/>
              </a:rPr>
              <a:t>Templates &amp; Links Hub • FAQ • Contact Directory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Frequently Asked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4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Can I post directly to COBE social accounts?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No. All content goes through cobe-info@boisestate.edu for brand review.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4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How fast can you turn this around?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A: Standard is 10 business days. Rush requests need director approval. See each channel slide for specific lead times.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I have an event in 2 weeks. Is that enough time?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Yes for social/email. Events/fairs need 3-6 weeks for full campaign.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Do I need to provide graphics?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A: No. Hands-Off: COBE Marketing creates them. Hands-On: use COBE templates from the Templates &amp; Links Hub.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Can you promote my student org event?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Yes! Email cobe-info with subject 'STUDENT ORG REQUEST' and details.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What if I need to make a last-minute change?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sz="1100" b="0">
                <a:solidFill>
                  <a:srgbClr val="666666"/>
                </a:solidFill>
                <a:latin typeface="Arial"/>
              </a:rPr>
              <a:t>A: Contact Kate Watson directly. COBE Marketing will do its best to accommodate.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TextBox 687"/>
          <p:cNvSpPr txBox="1"/>
          <p:nvPr/>
        </p:nvSpPr>
        <p:spPr>
          <a:xfrm>
            <a:off x="457200" y="475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Q: Where do I find the templates?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A: See the Templates &amp; Links Hub slide or the /templates folder in the playbook repository.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Your Marketing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who to contact for what - and always start with cobe-info@boisestate.edu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5"/>
          <p:cNvSpPr/>
          <p:nvPr/>
        </p:nvSpPr>
        <p:spPr>
          <a:xfrm>
            <a:off x="59436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DIRECTOR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5"/>
          <p:cNvSpPr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Kate Watson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5"/>
          <p:cNvSpPr/>
          <p:nvPr/>
        </p:nvSpPr>
        <p:spPr>
          <a:xfrm>
            <a:off x="59436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Strategy, approvals, crisis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329184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5"/>
          <p:cNvSpPr/>
          <p:nvPr/>
        </p:nvSpPr>
        <p:spPr>
          <a:xfrm>
            <a:off x="342900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MGMT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Kim Presnell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342900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Social scheduling, posting logistics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612648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5"/>
          <p:cNvSpPr/>
          <p:nvPr/>
        </p:nvSpPr>
        <p:spPr>
          <a:xfrm>
            <a:off x="626364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MULTIMEDIA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626364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Joe Morgan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626364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Video production, event photography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457200" y="26517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5"/>
          <p:cNvSpPr/>
          <p:nvPr/>
        </p:nvSpPr>
        <p:spPr>
          <a:xfrm>
            <a:off x="594360" y="27432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GRAPHIC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59436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McKenna Howard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594360" y="3337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Visual assets, layout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3291840" y="26517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5"/>
          <p:cNvSpPr/>
          <p:nvPr/>
        </p:nvSpPr>
        <p:spPr>
          <a:xfrm>
            <a:off x="3429000" y="27432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GRAPHIC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342900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Ann Hottinger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3429000" y="3337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Creative support, template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5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EMPLOYER EVENTS: Contact COBE Career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fairs, employer mixers, recruiting events → Laura Chiuppi (208) 426-1355 | cobecareers@boisestate.edu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Remember: All requests start at cobe-info@boisestate.edu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LET'S GO BRONCOS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6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Get Started?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0">
                <a:solidFill>
                  <a:srgbClr val="FFFFFF"/>
                </a:solidFill>
                <a:latin typeface="Arial"/>
              </a:rPr>
              <a:t>Pick your path, send your request, and COBE Marketing is here to help you succeed.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6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6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6"/>
          <p:cNvSpPr/>
          <p:nvPr/>
        </p:nvSpPr>
        <p:spPr>
          <a:xfrm>
            <a:off x="2286000" y="4114800"/>
            <a:ext cx="2194560" cy="5486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6"/>
          <p:cNvSpPr/>
          <p:nvPr/>
        </p:nvSpPr>
        <p:spPr>
          <a:xfrm>
            <a:off x="2286000" y="4114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 facts → COBE Marketing creates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6"/>
          <p:cNvSpPr/>
          <p:nvPr/>
        </p:nvSpPr>
        <p:spPr>
          <a:xfrm>
            <a:off x="4663440" y="4114800"/>
            <a:ext cx="2194560" cy="5486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6"/>
          <p:cNvSpPr/>
          <p:nvPr/>
        </p:nvSpPr>
        <p:spPr>
          <a:xfrm>
            <a:off x="4663440" y="4114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COBE templates → COBE Marketing approves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Team • College of Business and Economics • Boise State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Calibri"/>
              </a:rPr>
              <a:t>Templates &amp; Links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Everything you need to get started - templates, tools, and reference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00000"/>
            <a:ext cx="3931920" cy="5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100" b="1">
                <a:solidFill>
                  <a:srgbClr val="0033A0"/>
                </a:solidFill>
                <a:latin typeface="Calibri"/>
              </a:rPr>
              <a:t>Creative Brief Template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Submit campaign details to COBE Marketing</a:t>
            </a:r>
          </a:p>
          <a:p>
            <a:r>
              <a:rPr sz="700" i="1">
                <a:solidFill>
                  <a:srgbClr val="999999"/>
                </a:solidFill>
                <a:latin typeface="Calibri"/>
              </a:rPr>
              <a:t>→ templates/creative-brief-template.md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00000"/>
            <a:ext cx="3931920" cy="5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100" b="1">
                <a:solidFill>
                  <a:srgbClr val="0033A0"/>
                </a:solidFill>
                <a:latin typeface="Calibri"/>
              </a:rPr>
              <a:t>Copy Prompts Template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Pre-written copy frameworks for each channel</a:t>
            </a:r>
          </a:p>
          <a:p>
            <a:r>
              <a:rPr sz="700" i="1">
                <a:solidFill>
                  <a:srgbClr val="999999"/>
                </a:solidFill>
                <a:latin typeface="Calibri"/>
              </a:rPr>
              <a:t>→ templates/copy-prompts-template.md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0000"/>
            <a:ext cx="3931920" cy="5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100" b="1">
                <a:solidFill>
                  <a:srgbClr val="0033A0"/>
                </a:solidFill>
                <a:latin typeface="Calibri"/>
              </a:rPr>
              <a:t>Campaign Calendar Template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Plan multi-channel event timelines</a:t>
            </a:r>
          </a:p>
          <a:p>
            <a:r>
              <a:rPr sz="700" i="1">
                <a:solidFill>
                  <a:srgbClr val="999999"/>
                </a:solidFill>
                <a:latin typeface="Calibri"/>
              </a:rPr>
              <a:t>→ templates/campaign-calendar-template.md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880000"/>
            <a:ext cx="3931920" cy="5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100" b="1">
                <a:solidFill>
                  <a:srgbClr val="0033A0"/>
                </a:solidFill>
                <a:latin typeface="Calibri"/>
              </a:rPr>
              <a:t>Budget Request Template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Estimate costs and request paid advertising</a:t>
            </a:r>
          </a:p>
          <a:p>
            <a:r>
              <a:rPr sz="700" i="1">
                <a:solidFill>
                  <a:srgbClr val="999999"/>
                </a:solidFill>
                <a:latin typeface="Calibri"/>
              </a:rPr>
              <a:t>→ templates/budget-request-template.md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0000"/>
            <a:ext cx="3931920" cy="5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100" b="1">
                <a:solidFill>
                  <a:srgbClr val="0033A0"/>
                </a:solidFill>
                <a:latin typeface="Calibri"/>
              </a:rPr>
              <a:t>Social Media Calendar Template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Weekly/monthly posting schedule</a:t>
            </a:r>
          </a:p>
          <a:p>
            <a:r>
              <a:rPr sz="700" i="1">
                <a:solidFill>
                  <a:srgbClr val="999999"/>
                </a:solidFill>
                <a:latin typeface="Calibri"/>
              </a:rPr>
              <a:t>→ Social Media Calendar Template.xlsx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460000"/>
            <a:ext cx="3931920" cy="5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100" b="1">
                <a:solidFill>
                  <a:srgbClr val="0033A0"/>
                </a:solidFill>
                <a:latin typeface="Calibri"/>
              </a:rPr>
              <a:t>Social Media Calendar Example</a:t>
            </a:r>
          </a:p>
          <a:p>
            <a:r>
              <a:rPr sz="800">
                <a:solidFill>
                  <a:srgbClr val="333333"/>
                </a:solidFill>
                <a:latin typeface="Calibri"/>
              </a:rPr>
              <a:t>Sample calendar showing structure and pacing</a:t>
            </a:r>
          </a:p>
          <a:p>
            <a:r>
              <a:rPr sz="700" i="1">
                <a:solidFill>
                  <a:srgbClr val="999999"/>
                </a:solidFill>
                <a:latin typeface="Calibri"/>
              </a:rPr>
              <a:t>→ Social Media Calendar Example.xlsx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0000"/>
            <a:ext cx="8229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KEY LINKS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Calibri"/>
              </a:rPr>
              <a:t>• All requests: cobe-info@boisestate.edu  |  Subject: PROGRAM REQUEST - Channel - Date Range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Calibri"/>
              </a:rPr>
              <a:t>• University calendar: boisestate.enterprise.localist.com  |  Brand guide: brandguide.boisestate.edu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Calibri"/>
              </a:rPr>
              <a:t>• Career Services: cobecareers@boisestate.edu  |  QR codes: flowcode.com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2026-01-29T21:00:03Z</dcterms:created>
  <dc:creator>COBE Marketing Team</dc:creator>
</cp:coreProperties>
</file>