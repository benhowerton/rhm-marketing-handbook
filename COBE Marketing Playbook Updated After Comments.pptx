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COLLEGE OF BUSINESS AND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rial"/>
              </a:rPr>
              <a:t>COBE Marketing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Your Action-Ready Guide to Brand-Consistent Marketing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For Events, Programs, and Partnerships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880360"/>
            <a:ext cx="27432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January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For faculty, staff, and student organizations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COBE Marketing Team • Boise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The Bandwidth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64309"/>
                </a:solidFill>
                <a:latin typeface="Arial"/>
              </a:rPr>
              <a:t>THE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</a:rPr>
              <a:t>I have an event, newsletter item, or announcement to promote—what’s the fastest way to get it out?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Faculty and staff are experts in their fields, not marketing. Learning brand guidelines, specs, and approval workflows takes time away from your real job.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Student organizations face similar constraints with limited resources.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64309"/>
                </a:solidFill>
                <a:latin typeface="Arial"/>
              </a:rPr>
              <a:t>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060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Arial"/>
              </a:rPr>
              <a:t>COBE Marketing manages free channels reaching thousands of students, alumni, and employers.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1005840"/>
            <a:ext cx="3840480" cy="146304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COBE MARKETING FREE CHANNELS</a:t>
            </a:r>
          </a:p>
          <a:p>
            <a:pPr algn="l">
              <a:spcAft>
                <a:spcPts val="100"/>
              </a:spcAft>
            </a:pPr>
            <a:r>
              <a:rPr sz="6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1,436  —  Instagram Followers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1,700  —  LinkedIn Followers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5,000+ —  Newsletter Subscribers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Daily    —  MBEB Digital Screens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08960"/>
            <a:ext cx="1463040" cy="5943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0033A0"/>
                </a:solidFill>
                <a:latin typeface="Arial"/>
              </a:rPr>
              <a:t>10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business day
lead 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03120" y="3108960"/>
            <a:ext cx="1463040" cy="5943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0033A0"/>
                </a:solidFill>
                <a:latin typeface="Arial"/>
              </a:rPr>
              <a:t>1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email to start
any request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3108960"/>
            <a:ext cx="1463040" cy="5943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0033A0"/>
                </a:solidFill>
                <a:latin typeface="Arial"/>
              </a:rPr>
              <a:t>$0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cost for most
COBE channels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0" y="3108960"/>
            <a:ext cx="1737360" cy="77724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HANDS-OFF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Email COBE Marketing the facts.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COBE handles copy, design,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scheduling, approvals.</a:t>
            </a:r>
          </a:p>
          <a:p>
            <a:pPr algn="ctr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Best for: Busy faculty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3108960"/>
            <a:ext cx="1737360" cy="777240"/>
          </a:xfrm>
          <a:prstGeom prst="round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HANDS-ON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Use COBE templates to draft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assets. COBE reviews &amp; approves.</a:t>
            </a:r>
          </a:p>
          <a:p>
            <a:pPr algn="ctr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Best for: Creative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64309"/>
                </a:solidFill>
                <a:latin typeface="Arial"/>
              </a:rPr>
              <a:t>THE GOLDEN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All Requests Start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920240"/>
            <a:ext cx="54864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033A0"/>
                </a:solidFill>
                <a:latin typeface="Arial"/>
              </a:rPr>
              <a:t>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Whether going Hands-Off or Hands-On, every marketing request begins by emailing COBE Marketing at this address.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64309"/>
                </a:solidFill>
                <a:latin typeface="Arial"/>
              </a:rPr>
              <a:t>SUBJECT LINE FORMAT: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PROGRAM REQUEST  –  Channel  –  Date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Choose Your Path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3931920" cy="3566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CONCIERGE SERVICE</a:t>
            </a:r>
          </a:p>
          <a:p>
            <a:pPr algn="l">
              <a:spcAft>
                <a:spcPts val="100"/>
              </a:spcAft>
            </a:pPr>
            <a:r>
              <a:rPr sz="2400" b="1">
                <a:solidFill>
                  <a:srgbClr val="0033A0"/>
                </a:solidFill>
                <a:latin typeface="Arial"/>
              </a:rPr>
              <a:t>Hands-Off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333333"/>
                </a:solidFill>
                <a:latin typeface="Arial"/>
              </a:rPr>
              <a:t>For busy faculty who want to send basic facts and have COBE Marketing handle everything else.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YOU PROVIDE: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333333"/>
                </a:solidFill>
                <a:latin typeface="Arial"/>
              </a:rPr>
              <a:t>Who, What, When, Where, Photos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COBE MARKETING HANDLES: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333333"/>
                </a:solidFill>
                <a:latin typeface="Arial"/>
              </a:rPr>
              <a:t>Copy, Graphics, Scheduling, Approvals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666666"/>
                </a:solidFill>
                <a:latin typeface="Arial"/>
              </a:rPr>
              <a:t>Best for: Faculty and staff with limited time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033A0"/>
                </a:solidFill>
                <a:latin typeface="Arial"/>
              </a:rPr>
              <a:t>See Path 1 starting on slide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051560"/>
            <a:ext cx="3931920" cy="3566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DIY WITH SUPPORT</a:t>
            </a:r>
          </a:p>
          <a:p>
            <a:pPr algn="l">
              <a:spcAft>
                <a:spcPts val="100"/>
              </a:spcAft>
            </a:pPr>
            <a:r>
              <a:rPr sz="2400" b="1">
                <a:solidFill>
                  <a:srgbClr val="0033A0"/>
                </a:solidFill>
                <a:latin typeface="Arial"/>
              </a:rPr>
              <a:t>Hands-On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333333"/>
                </a:solidFill>
                <a:latin typeface="Arial"/>
              </a:rPr>
              <a:t>For users who want creative control and will draft their own copy and graphics using COBE templates.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YOU CREATE: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333333"/>
                </a:solidFill>
                <a:latin typeface="Arial"/>
              </a:rPr>
              <a:t>Copy, Graphics using templates, Assets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COBE MARKETING PROVIDES: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333333"/>
                </a:solidFill>
                <a:latin typeface="Arial"/>
              </a:rPr>
              <a:t>Templates, Brand Review, Final Approval, Scheduling as Needed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666666"/>
                </a:solidFill>
                <a:latin typeface="Arial"/>
              </a:rPr>
              <a:t>Best for: Programs wanting creative control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033A0"/>
                </a:solidFill>
                <a:latin typeface="Arial"/>
              </a:rPr>
              <a:t>See Path 2 starting on slide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Quick-Start: Which Channel?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051560"/>
            <a:ext cx="2743200" cy="41148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What’s your goal?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2560320" cy="365760"/>
          </a:xfrm>
          <a:prstGeom prst="round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Event Attendance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48840"/>
            <a:ext cx="2560320" cy="502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Arial"/>
              </a:rPr>
              <a:t>Email Newsletter
+ Instagram Story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691640"/>
            <a:ext cx="2560320" cy="365760"/>
          </a:xfrm>
          <a:prstGeom prst="round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Brand Awareness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148840"/>
            <a:ext cx="2560320" cy="502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Arial"/>
              </a:rPr>
              <a:t>Instagram Reels
+ MBEB Screens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691640"/>
            <a:ext cx="2560320" cy="365760"/>
          </a:xfrm>
          <a:prstGeom prst="round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Employer / Alumni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148840"/>
            <a:ext cx="2560320" cy="502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Arial"/>
              </a:rPr>
              <a:t>LinkedIn + Bronco
Business News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26080"/>
            <a:ext cx="8229600" cy="14630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QUICK TIPS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Current students? Instagram first (1,436 followers, highest engagement)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Professionals? LinkedIn first (1,700 followers, employer networks)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Direct action needed? Email newsletter (5,000+ subscribers, highest conversion)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Budget-conscious? Start with free COBE channels before paid ads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64309"/>
                </a:solidFill>
                <a:latin typeface="Arial"/>
              </a:rPr>
              <a:t>SECTION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Strategy &amp;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Target Audiences • Messaging Pillars • Marketing Funnel • Brand Voice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Target Audiences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Know who you’re talking to before you create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3931920" cy="1280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PROSPECTIVE STUDENTS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Seeking flexible credentials and career pathways.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033A0"/>
                </a:solidFill>
                <a:latin typeface="Arial"/>
              </a:rPr>
              <a:t>COBE offers: Stackable certificates, industry exposure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188720"/>
            <a:ext cx="3931920" cy="1280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CURRENT STUDENTS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Need advising on certificates, events, internships.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033A0"/>
                </a:solidFill>
                <a:latin typeface="Arial"/>
              </a:rPr>
              <a:t>COBE offers: News, social posts, email updates with CTAs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43200"/>
            <a:ext cx="3931920" cy="1280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EMPLOYERS &amp; PARTNERS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Need talent pipelines and training solutions.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033A0"/>
                </a:solidFill>
                <a:latin typeface="Arial"/>
              </a:rPr>
              <a:t>COBE offers: Career fairs, mixers, paid interns, training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743200"/>
            <a:ext cx="3931920" cy="1280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ALUMNI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Interested in professional development.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033A0"/>
                </a:solidFill>
                <a:latin typeface="Arial"/>
              </a:rPr>
              <a:t>COBE offers: Mixers, leadership modules, networking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Core Messaging Pillars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Every piece of content should connect to at least one of these themes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88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Career-Readiness &amp; Leadership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4813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Students lead real projects that deliver measurable value.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057400"/>
            <a:ext cx="457200" cy="457200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057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Flexible Learning Formats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500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Complete modules in under 60 minutes; add in-person workshops.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926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Employer Partnership &amp;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2186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Meet COBE students at targeted mixers before major fairs.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794759"/>
            <a:ext cx="457200" cy="457200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7947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Accessible Collaboration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87367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</a:rPr>
              <a:t>Clear submission rules reduce friction for departments.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The Marketing Funnel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Match your goal to the right funnel stage and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2651760" cy="2286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D64309"/>
                </a:solidFill>
                <a:latin typeface="Arial"/>
              </a:rPr>
              <a:t>TOP OF FUNNEL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0033A0"/>
                </a:solidFill>
                <a:latin typeface="Arial"/>
              </a:rPr>
              <a:t>Awareness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Reach new audiences and build brand recognition.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CHANNELS: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Instagram Reels &amp; Posts
Press Releases &amp; PR
MBEB Digital Signage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143000"/>
            <a:ext cx="2651760" cy="2286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D64309"/>
                </a:solidFill>
                <a:latin typeface="Arial"/>
              </a:rPr>
              <a:t>MID FUNNEL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0033A0"/>
                </a:solidFill>
                <a:latin typeface="Arial"/>
              </a:rPr>
              <a:t>Consideration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Provide depth for prospects exploring options.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CHANNELS: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Website &amp; Landing Pages
Instagram Stories
LinkedIn Articles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43000"/>
            <a:ext cx="2651760" cy="2286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D64309"/>
                </a:solidFill>
                <a:latin typeface="Arial"/>
              </a:rPr>
              <a:t>BOTTOM OF FUNNEL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0033A0"/>
                </a:solidFill>
                <a:latin typeface="Arial"/>
              </a:rPr>
              <a:t>Conversion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Drive action with targeted outreach.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CHANNELS: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Email Marketing
Direct Outreach
Event Registration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11880"/>
            <a:ext cx="8229600" cy="640080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003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HOW TO USE: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1. Define your goal  →  2. Choose the funnel stage  →  3. Go to the recommended channel slides for details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Boise State Brand Essentials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Required standards for all marketing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64309"/>
                </a:solidFill>
                <a:latin typeface="Arial"/>
              </a:rPr>
              <a:t>BRAND COLORS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1645920" cy="4572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#0033A0  Pantone 286 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1417320"/>
            <a:ext cx="1645920" cy="457200"/>
          </a:xfrm>
          <a:prstGeom prst="round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#D64309  Pantone 172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14300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64309"/>
                </a:solidFill>
                <a:latin typeface="Arial"/>
              </a:rPr>
              <a:t>TYPOGRAPHY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173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Garamond — body text, formal documents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Gotham / Oswald — marketing, headlines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Web fonts: Oswald + Lato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86000"/>
            <a:ext cx="2651760" cy="14630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33A0"/>
                </a:solidFill>
                <a:latin typeface="Arial"/>
              </a:rPr>
              <a:t>Rule 1: The Clean Screen Rule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MBEB screens already display the Boise State logo. Do not overlay logos on graphics for screens.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2286000"/>
            <a:ext cx="2651760" cy="14630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33A0"/>
                </a:solidFill>
                <a:latin typeface="Arial"/>
              </a:rPr>
              <a:t>Rule 2: High-Resolution Only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Blurry images damage brand perception. Min 1080px for social, 1920px for screens.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286000"/>
            <a:ext cx="2651760" cy="14630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33A0"/>
                </a:solidFill>
                <a:latin typeface="Arial"/>
              </a:rPr>
              <a:t>Rule 3: Accessibility Required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Alt text for images, descriptive links, proper heading structure, sufficient contrast.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64309"/>
                </a:solidFill>
                <a:latin typeface="Arial"/>
              </a:rPr>
              <a:t>PATH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Hands-Off: Concierge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Send the facts. COBE Marketing handles everything else.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  <a:latin typeface="Arial"/>
              </a:rPr>
              <a:t>Using the RHM program as a real-world example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How Hands-Off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The simplest way to promote your event, program, or announcement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920240" cy="20116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Step 1</a:t>
            </a:r>
          </a:p>
          <a:p>
            <a:pPr algn="l">
              <a:spcAft>
                <a:spcPts val="100"/>
              </a:spcAft>
            </a:pPr>
            <a:r>
              <a:rPr sz="1400" b="1">
                <a:solidFill>
                  <a:srgbClr val="0033A0"/>
                </a:solidFill>
                <a:latin typeface="Arial"/>
              </a:rPr>
              <a:t>Gather Your Facts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Collect: Who, What,
When, Where, Photos,
Registration Link,
Success Metric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188720"/>
            <a:ext cx="1920240" cy="20116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Step 2</a:t>
            </a:r>
          </a:p>
          <a:p>
            <a:pPr algn="l">
              <a:spcAft>
                <a:spcPts val="100"/>
              </a:spcAft>
            </a:pPr>
            <a:r>
              <a:rPr sz="1400" b="1">
                <a:solidFill>
                  <a:srgbClr val="0033A0"/>
                </a:solidFill>
                <a:latin typeface="Arial"/>
              </a:rPr>
              <a:t>Email cobe-info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Use subject:
PROGRAM REQUEST -
Channel - Date Range.
Include all details.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188720"/>
            <a:ext cx="1920240" cy="20116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Step 3</a:t>
            </a:r>
          </a:p>
          <a:p>
            <a:pPr algn="l">
              <a:spcAft>
                <a:spcPts val="100"/>
              </a:spcAft>
            </a:pPr>
            <a:r>
              <a:rPr sz="1400" b="1">
                <a:solidFill>
                  <a:srgbClr val="0033A0"/>
                </a:solidFill>
                <a:latin typeface="Arial"/>
              </a:rPr>
              <a:t>COBE Creates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COBE Marketing writes
copy, designs graphics,
schedules posts,
handles approvals.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188720"/>
            <a:ext cx="1920240" cy="20116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Step 4</a:t>
            </a:r>
          </a:p>
          <a:p>
            <a:pPr algn="l">
              <a:spcAft>
                <a:spcPts val="100"/>
              </a:spcAft>
            </a:pPr>
            <a:r>
              <a:rPr sz="1400" b="1">
                <a:solidFill>
                  <a:srgbClr val="0033A0"/>
                </a:solidFill>
                <a:latin typeface="Arial"/>
              </a:rPr>
              <a:t>Content Goes Live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Your promotion runs
across requested channels.
COBE reports results.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8229600" cy="54864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THAT’S IT. You send one email with the facts. COBE Marketing does the rest.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What to Include in Your Request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Make your one email count — include everything COBE Marketing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931920" cy="30175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REQUIRED INFORMATION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Channel(s) requested: Instagram, LinkedIn, Email, Web, MBEB screens, Event support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Target publish/send date(s) and requested cadence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Campaign objective + success metric (e.g., RSVPs, applications, employer leads)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Copy draft (≤100 words) and CTA link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Assets attached with correct sizes (1080×1080, 1080×1920, 1920×1080) and alt text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Lead owner for approvals and any budget code for printing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97280"/>
            <a:ext cx="3931920" cy="30175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HELPFUL ADDITIONS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Photos from past events (min 1080px)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Speaker/panelist names and bios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Partner organizations to tag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Registration/RSVP link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Hashtags or specific messaging preferences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Budget code (FDCC) if printing is needed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Sample Request Email (Hands-Off)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Copy this format for a complete request to COBE Marketing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51560"/>
            <a:ext cx="8229600" cy="3383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To: cobe-info@boisestate.edu</a:t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Subject: RHM REQUEST - Instagram + Newsletter - Feb 15-28</a:t>
            </a:r>
          </a:p>
          <a:p>
            <a:pPr algn="l">
              <a:spcAft>
                <a:spcPts val="100"/>
              </a:spcAft>
            </a:pPr>
            <a:r>
              <a:rPr sz="6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Hi COBE Marketing Team,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I’d like to promote our upcoming Career Mixer.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THE DETAILS: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•  What: RHM Spring Career Mixer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•  When: Thursday, Feb 27, 5–7 PM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•  Where: MBEB 1102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•  Who: Open to all COBE students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CHANNELS REQUESTED: Instagram post + story, Newsletter mention</a:t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GOAL: Drive event registrations (target: 50 RSVPs)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I’ve attached a photo from last year’s event.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033A0"/>
                </a:solidFill>
                <a:latin typeface="Arial"/>
              </a:rPr>
              <a:t>Registration link: [Handshake URL]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Thanks! Ashley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26280"/>
            <a:ext cx="8229600" cy="274320"/>
          </a:xfrm>
          <a:prstGeom prst="roundRect">
            <a:avLst/>
          </a:prstGeom>
          <a:solidFill>
            <a:srgbClr val="FFF0E0"/>
          </a:solidFill>
          <a:ln w="12700">
            <a:solidFill>
              <a:srgbClr val="D64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Arial"/>
              </a:rPr>
              <a:t>TIP: Attach photos, include all links, and specify your success metric in one email.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Hands-Off: Instagram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22960"/>
            <a:ext cx="1097280" cy="2286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CHANNEL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822960"/>
            <a:ext cx="2011680" cy="2286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666666"/>
                </a:solidFill>
                <a:latin typeface="Arial"/>
              </a:rPr>
              <a:t>Awareness | Consideration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777240"/>
            <a:ext cx="2743200" cy="5943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0033A0"/>
                </a:solidFill>
                <a:latin typeface="Arial"/>
              </a:rPr>
              <a:t>@boisestatecobe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1,436 followers • Primary student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Content types: Reels (growth), Stories (urgent info), Grid Posts (evergreen)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4114800" cy="9144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SPECS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Posts: 1080×1080  |  Stories/Reels: 1080×1920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Cadence: 3–4 posts/week  |  Lead time: 10 business 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1645920"/>
            <a:ext cx="3840480" cy="9144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WHAT YOU SEND COBE: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Event/program details (who, what, when, where)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Photos (minimum 1080px resolution)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Registration or RSVP link &amp; goal/success metric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43200"/>
            <a:ext cx="8229600" cy="1005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PRO TIPS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Always include a clear CTA (Call to Action)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Use Link Stickers in Stories for RSVPs and registrations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Keep captions short and action-oriented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Reels outperform static posts for reach — prioritize video content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Hands-Off: LinkedIn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22960"/>
            <a:ext cx="1097280" cy="2286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CHANNEL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822960"/>
            <a:ext cx="2011680" cy="2286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666666"/>
                </a:solidFill>
                <a:latin typeface="Arial"/>
              </a:rPr>
              <a:t>Consideration | Conversion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777240"/>
            <a:ext cx="2743200" cy="5943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0033A0"/>
                </a:solidFill>
                <a:latin typeface="Arial"/>
              </a:rPr>
              <a:t>@boisestatecobe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1,700 followers • Professional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Content types: Hero Stories, PDF Carousels, Event Posts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4114800" cy="9144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SPECS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Banners: 1920×1080  |  Cadence: 2–3 posts/week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Events: 3 weeks lead time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KEY: Always tag employer partners — extends reach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1600200"/>
            <a:ext cx="3840480" cy="9144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WHAT YOU SEND COBE: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Story/achievement details + outcome data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Partner names to tag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Photos, headshots, or PDF carousel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Registration or event link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43200"/>
            <a:ext cx="8229600" cy="7315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FACULTY ADVOCACY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Faculty reshares with personal commentary generate 3–5x more engagement than brand-only posts.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Encourage faculty to reshare COBE LinkedIn posts with their own perspective and insights.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Hands-Off: Email Newsletter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22960"/>
            <a:ext cx="1097280" cy="2286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CHANNEL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822960"/>
            <a:ext cx="2011680" cy="228600"/>
          </a:xfrm>
          <a:prstGeom prst="round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HIGHEST CONVERSION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188720"/>
            <a:ext cx="3931920" cy="1097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33A0"/>
                </a:solidFill>
                <a:latin typeface="Arial"/>
              </a:rPr>
              <a:t>Power of Email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5,000+ subscribers with the highest conversion rate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of any COBE channel. Direct inbox delivery means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your message gets seen.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666666"/>
                </a:solidFill>
                <a:latin typeface="Arial"/>
              </a:rPr>
              <a:t>Burnout Risk: Don’t over-email. Subscribers tune 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188720"/>
            <a:ext cx="3931920" cy="1097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WHAT YOU SEND COBE: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Event/program details + target audience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Copy (≤100 words per item)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CTA and final link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Images with alt text descriptions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8229600" cy="1005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PRO TIPS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Segment lists by audience when possible (students vs. alumni vs. employers)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Subject lines ≤55 characters for maximum open rates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Always include alt text for images (required for accessibility)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Feature programs every few months with varied messaging — don’t appear in every email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8229600" cy="320040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003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Arial"/>
              </a:rPr>
              <a:t>SPECS:  Lead time 10–15 business days  |  ≤100 words per item  |  Subject line ≤55 chars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Hands-Off: Internal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22960"/>
            <a:ext cx="1097280" cy="2286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INTERNAL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822960"/>
            <a:ext cx="2011680" cy="2286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666666"/>
                </a:solidFill>
                <a:latin typeface="Arial"/>
              </a:rPr>
              <a:t>Awareness | Conversion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188720"/>
            <a:ext cx="3931920" cy="9144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THE CLASSROOM SLIDE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Display 3 minutes before class on instructor’s screen.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Simple, high-visibility promotion to captive audience.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666666"/>
                </a:solidFill>
                <a:latin typeface="Arial"/>
              </a:rPr>
              <a:t>Lead time: 5 business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188720"/>
            <a:ext cx="3931920" cy="9144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MBEB DIGITAL SIGNAGE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Daily rotation on screens throughout MBEB building.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1920×1080px, dark background, no logo overlay.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666666"/>
                </a:solidFill>
                <a:latin typeface="Arial"/>
              </a:rPr>
              <a:t>Lead time: 5 business days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8229600" cy="11887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OTHER CAMPUS SCREENS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Library: 1280×720  |  Housing: 1920×1080  |  SUB: 768×1366  |  Campus Rec: 1920×1080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WHAT YOU SEND COBE: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Event details, dates, QR code destination URL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Photos or graphics (if available)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Target audience and placement preference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8229600" cy="320040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003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Arial"/>
              </a:rPr>
              <a:t>LEAD TIME:  Classroom slides 5 days  |  MBEB screens 5 days  |  1920×1080px dark bg, no logo overlay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Event Promotion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Work backwards from your event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920240" cy="25603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6 WEEKS OUT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Book room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Confirm speakers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Create registration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Contact Career Services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(cobecareers@boisestate.edu)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097280"/>
            <a:ext cx="1920240" cy="25603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3 WEEKS OUT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Submit to Localist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Request LinkedIn post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Request newsletter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Order printed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097280"/>
            <a:ext cx="1920240" cy="25603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2 WEEKS OUT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Instagram posts begin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MBEB screens live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Classroom slides ready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Email reminder sent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097280"/>
            <a:ext cx="1920240" cy="25603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EVENT DAY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Signage in place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Check-in ready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Photographer assigned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Post-event survey ready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Asset Specs: Visual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Know your dimensions before you create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651760" cy="20116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3600" b="1">
                <a:solidFill>
                  <a:srgbClr val="0033A0"/>
                </a:solidFill>
                <a:latin typeface="Arial"/>
              </a:rPr>
              <a:t>1:1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1080 × 1080 px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Instagram Grid Posts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188720"/>
            <a:ext cx="2651760" cy="20116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3600" b="1">
                <a:solidFill>
                  <a:srgbClr val="0033A0"/>
                </a:solidFill>
                <a:latin typeface="Arial"/>
              </a:rPr>
              <a:t>9:16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1080 × 1920 px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Stories &amp; Reels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2651760" cy="20116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3600" b="1">
                <a:solidFill>
                  <a:srgbClr val="0033A0"/>
                </a:solidFill>
                <a:latin typeface="Arial"/>
              </a:rPr>
              <a:t>16:9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1920 × 1080 px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MBEB Screens, LinkedIn,
Presentations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8229600" cy="365760"/>
          </a:xfrm>
          <a:prstGeom prst="roundRect">
            <a:avLst/>
          </a:prstGeom>
          <a:solidFill>
            <a:srgbClr val="FFF0E0"/>
          </a:solidFill>
          <a:ln w="12700">
            <a:solidFill>
              <a:srgbClr val="D64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Arial"/>
              </a:rPr>
              <a:t>PRO TIP: Always design at exact dimensions. Resizing after the fact degrades quality.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64309"/>
                </a:solidFill>
                <a:latin typeface="Arial"/>
              </a:rPr>
              <a:t>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RHM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Spring 2025 Marketing Campaign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  <a:latin typeface="Arial"/>
              </a:rPr>
              <a:t>How the RHM program used the Hands-Off approach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RHM Spring 2025: Budget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Certificate programs marketing campaign | January – May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2651760" cy="5943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2200" b="1">
                <a:solidFill>
                  <a:srgbClr val="0033A0"/>
                </a:solidFill>
                <a:latin typeface="Arial"/>
              </a:rPr>
              <a:t>$2,090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Total Budget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097280"/>
            <a:ext cx="2651760" cy="5943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2200" b="1">
                <a:solidFill>
                  <a:srgbClr val="0033A0"/>
                </a:solidFill>
                <a:latin typeface="Arial"/>
              </a:rPr>
              <a:t>237K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Est. Impressions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097280"/>
            <a:ext cx="2651760" cy="5943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2200" b="1">
                <a:solidFill>
                  <a:srgbClr val="0033A0"/>
                </a:solidFill>
                <a:latin typeface="Arial"/>
              </a:rPr>
              <a:t>$8.82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Blended CPM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8229600" cy="320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Meta/Instagram Ads: $450 (Spring)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$5.33 CPM, 84K impressions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79"/>
            <a:ext cx="8229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BSU Blueprint Magazine: $400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Half page at graduation/orientation/move-in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06039"/>
            <a:ext cx="8229600" cy="320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Shuttle Stop Posters: $420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$14 × 30 posters, 3 seasons — 15K impressions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8229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Student Media Banner: $420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728×90, 20K views/month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Social Media Paid Ads: $400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Targeted to Boise/BSU students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Free COBE Channels: $0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Social, newsletter, screens, tabling = 45K impressions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RHM Campaign: Key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What worked and what COBE Marketing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931920" cy="11887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33A0"/>
                </a:solidFill>
                <a:latin typeface="Arial"/>
              </a:rPr>
              <a:t>1. Best CPM: Meta/Instagram Ads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$5.33 per 1,000 impressions with precise demographic targeting. $5/day budget is manageable.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97280"/>
            <a:ext cx="3931920" cy="11887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33A0"/>
                </a:solidFill>
                <a:latin typeface="Arial"/>
              </a:rPr>
              <a:t>2. Best Quality: Tabling &amp; Class Visits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Highest-quality direct engagement. QR-coded handouts drive traffic with trackable attribution.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3931920" cy="11887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33A0"/>
                </a:solidFill>
                <a:latin typeface="Arial"/>
              </a:rPr>
              <a:t>3. Free Channel Value: 45K Impressions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COBE internal channels deliver significant reach at zero cost. Always activate these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514600"/>
            <a:ext cx="3931920" cy="11887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33A0"/>
                </a:solidFill>
                <a:latin typeface="Arial"/>
              </a:rPr>
              <a:t>4. Newsletter Strategy Matters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Feature programs every few months with varied messaging. Don’t appear in every email.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8229600" cy="36576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THE BOTTOM LINE: Free channels deliver ~19% of total impressions at zero cost.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64309"/>
                </a:solidFill>
                <a:latin typeface="Arial"/>
              </a:rPr>
              <a:t>PATH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Hands-On: DIY with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Use COBE templates and resources to build your own campaigns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  <a:latin typeface="Arial"/>
              </a:rPr>
              <a:t>COBE Marketing reviews, approves, and schedules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How Hands-On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Take creative control using COBE templates and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097280"/>
            <a:ext cx="1600200" cy="22860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Access Templates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Download templates from
the playbook repository:
social calendar, budget
template, copy prompts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29967" y="1097280"/>
            <a:ext cx="1600200" cy="22860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Plan Your Campaign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Use the social media
calendar template to plan
content. Use the budget
template for paid channels.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5615" y="1097280"/>
            <a:ext cx="1600200" cy="22860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Create Your Content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Draft copy, design graphics
to spec, build QR codes,
create flyers following
brand guidelines.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41264" y="1097280"/>
            <a:ext cx="1600200" cy="22860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Submit for Review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Email completed assets
to cobe-info@boisestate.edu
for brand review
and approval.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96912" y="1097280"/>
            <a:ext cx="1600200" cy="22860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Launch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COBE Marketing schedules
approved content or
provides posting access
as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66160"/>
            <a:ext cx="8229600" cy="457200"/>
          </a:xfrm>
          <a:prstGeom prst="roundRect">
            <a:avLst/>
          </a:prstGeom>
          <a:solidFill>
            <a:srgbClr val="FFF0E0"/>
          </a:solidFill>
          <a:ln w="12700">
            <a:solidFill>
              <a:srgbClr val="D64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33333"/>
                </a:solidFill>
                <a:latin typeface="Arial"/>
              </a:rPr>
              <a:t>HANDS-ON ADVANTAGE: Faster turnaround (your assets are ready), more creative control, deeper brand knowledge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Repository Templates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Everything you need is in the playbook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2651760" cy="13258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Social Media Calendar Template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.xlsx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Weekly/monthly posting schedule.
Plan content across all channels.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097280"/>
            <a:ext cx="2651760" cy="13258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Social Media Calendar Example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.xlsx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Completed sample showing
structure and pacing.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097280"/>
            <a:ext cx="2651760" cy="13258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RHM Marketing Budget 2025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.xlsx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Budget template with channel
costs and CPM benchmarks.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51760"/>
            <a:ext cx="2651760" cy="13258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RHM Marketing Proposal Spring 2025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.xlsx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Proposal format for requesting
budget approval.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651760"/>
            <a:ext cx="2651760" cy="13258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Promotion Resources Guide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.docx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Complete guide to COBE and
campus promotion channels.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651760"/>
            <a:ext cx="2651760" cy="13258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Kate Watson Marketing Notes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.docx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Channel specs, asset sizes,
newsletter cadence details.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Using the Social Media Calendar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Plan your content systematically using the provided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931920" cy="2286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THE TEMPLATE</a:t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Social Media Calendar Template.xlsx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Blank weekly/monthly schedule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Columns for: Date, Platform, Content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  Type, Copy, Hashtags, Link, Status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Duplicate tabs for each month or campaign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Track content across Instagram, LinkedIn, Email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97280"/>
            <a:ext cx="3931920" cy="2286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THE EXAMPLE</a:t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Social Media Calendar Example.xlsx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Pre-filled sample calendar showing RHM content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Demonstrates proper pacing (3–4 Instagram/week,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  2–3 LinkedIn/week)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Shows content variety: reels, stories, grid, events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Model for cadence and content mix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66160"/>
            <a:ext cx="8229600" cy="457200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003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Arial"/>
              </a:rPr>
              <a:t>HOW TO USE: 1. Download the template → 2. Study the example → 3. Fill in your content → 4. Submit to COBE for approval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Building Social Media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Create on-brand content for Instagram and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931920" cy="15544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0033A0"/>
                </a:solidFill>
                <a:latin typeface="Arial"/>
              </a:rPr>
              <a:t>INSTAGRAM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Posts: 1080×1080px — Short, energetic captions with strong CTA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Stories/Reels: 1080×1920px — Use Link Stickers for RSVPs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Cadence: 3–4 posts/week during peak recruitment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Always include: Clear CTA, registration link, hashtags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97280"/>
            <a:ext cx="3931920" cy="15544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0033A0"/>
                </a:solidFill>
                <a:latin typeface="Arial"/>
              </a:rPr>
              <a:t>LINKEDIN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Banners/Events: 1920×1080px — Professional, outcome-focused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Cadence: 2–3 posts/week, increase around fairs/mixers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Always tag employer partners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Faculty reshares + personal commentary = 3–5x engagement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8229600" cy="9144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SUBMIT TO COBE: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Finished graphics at correct dimensions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Caption/copy text with CTA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Partner tags, links, hashtags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Setting Up a Marketing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Use the budget template to plan paid and free channel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931920" cy="19202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START WITH FREE CHANNELS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COBE social media (Instagram + LinkedIn)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Email newsletter (5,000+ subscribers)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MBEB digital screens (daily rotation)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Classroom slides (3 min before class)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Tabling at events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Other campus screens (Library, SUB, Housing)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97280"/>
            <a:ext cx="3931920" cy="19202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ADD PAID CHANNELS STRATEGICALLY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Meta/Instagram Ads: $5/day = $5.33 CPM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BSU Blueprint Magazine: $400/half page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Shuttle Stop Posters: $14 each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Student Media Banner: 728×90, 20K views/mo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BUDGET PROPOSAL STRUCTURE: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Channel | Semester | Cost | Impressions | CPM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Include FDCC funding string for printing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00400"/>
            <a:ext cx="8229600" cy="36576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RHM EXAMPLE: Spring $1,530 | Summer $280 | Fall $560 | Total $2,370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Websites &amp; Landing Pages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Your primary source of truth for programs and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931920" cy="23774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WORDPRESS ACCESS REQUIREMENTS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1. Complete self-paced web accessibility training at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0033A0"/>
                </a:solidFill>
                <a:latin typeface="Arial"/>
              </a:rPr>
              <a:t>   boisestate.edu/webguide/wordpress-accessibility-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0033A0"/>
                </a:solidFill>
                <a:latin typeface="Arial"/>
              </a:rPr>
              <a:t>   compliance-training/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2. Training takes 60–90 minutes (pause and resume)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3. After completion, you receive WordPress access and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   Introduction to WordPress training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4. Access your site at boisestate.edu/wp-admin/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666666"/>
                </a:solidFill>
                <a:latin typeface="Arial"/>
              </a:rPr>
              <a:t>Federal law requires all public web content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666666"/>
                </a:solidFill>
                <a:latin typeface="Arial"/>
              </a:rPr>
              <a:t>to be accessible.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97280"/>
            <a:ext cx="3931920" cy="23774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WHAT TO INCLUDE ON LANDING PAGES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Program/event description with clear value proposition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Registration/interest form with CTA buttons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QR code destination URL (for tracking offline → online)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Alt text for all images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Correct program data and updated deadlines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0033A0"/>
                </a:solidFill>
                <a:latin typeface="Arial"/>
              </a:rPr>
              <a:t>Contact: helpdesk@boisestate.edu for WordPress support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666666"/>
                </a:solidFill>
                <a:latin typeface="Arial"/>
              </a:rPr>
              <a:t>Lead time: 10 business days for updates,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666666"/>
                </a:solidFill>
                <a:latin typeface="Arial"/>
              </a:rPr>
              <a:t>15 for new pages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Setting Up Email Campaigns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Build targeted email content for maximum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931920" cy="11887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HOW COBE EMAIL WORKS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Student events newsletter: weekly/biweekly during semesters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Bronco Business News: professional/alumni audience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Ad hoc event reminders as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97280"/>
            <a:ext cx="3931920" cy="11887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BUILDING YOUR EMAIL CONTENT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Subject line: ≤55 characters, clear and action-oriented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Preview text: complements subject, encourages opens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Body: ≤100 words per item, strong CTA buttons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Images: include alt text for accessibility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Links: registration/RSVP destination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8229600" cy="11887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SEGMENTATION STRATEGY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Current students, prospects, alumni, employers — different messages for each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Coordinate with Kate Watson on frequency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Feature programs every few months with varied messaging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Don’t over-email — subscribers tune out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666666"/>
                </a:solidFill>
                <a:latin typeface="Arial"/>
              </a:rPr>
              <a:t>Lead time: 10–15 business days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Tracking with QR Codes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Measure offline-to-online conversion with trackable QR codes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931920" cy="18288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WHY TRACK QR CODES?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Print materials, posters, and classroom slides drive traffic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Trackable QR codes show exactly which placement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  drives scans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RECOMMENDED TOOL:</a:t>
            </a:r>
          </a:p>
          <a:p>
            <a:pPr algn="l"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Flowcode (free tier available)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Create unique codes for each placement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97280"/>
            <a:ext cx="3931920" cy="18288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IMPLEMENTATION STEPS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1. Choose destination link (registration, RSVP, landing page)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2. Add UTM parameters for digital tracking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3. Generate unique QR code per placement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   (poster vs slide vs flyer)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4. Name consistently: RHM-ShuttleStop-Feb25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5. Review scan/traffic weekly in Flowcode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108960"/>
            <a:ext cx="8229600" cy="914400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003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UTM PARAMETERS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0033A0"/>
                </a:solidFill>
                <a:latin typeface="Arial"/>
              </a:rPr>
              <a:t>Example: boisestate.edu/cobe/rhm-certificates?utm_source=instagram&amp;utm_medium=social&amp;utm_campaign=rhm-spring25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Use: source (where) • medium (how) • campaign (what)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Building Flyers, Posters &amp; Print Materials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Design, print, and distribute physical marketing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931920" cy="14630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PRINT SPECS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Flyers: 8.5” × 11” — MBEB bulletin boards only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  (not walls/windows/doors)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Posters: 11” × 17” or 24” × 36”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MBEB Plasticore Boards: 24” × 31”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  (white border — printer does not print to edge)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Shuttle Stop Posters: 24” × 35”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97280"/>
            <a:ext cx="3931920" cy="14630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PRINTING THROUGH COBE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Email cobe-info@boisestate.edu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0033A0"/>
                </a:solidFill>
                <a:latin typeface="Arial"/>
              </a:rPr>
              <a:t>  Subject: STUDENT ORG REQUEST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Include: poster file, timeline, FDCC funding string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Cost: Uncoated 24×31 = $8 (student pricing)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Semi-gloss 24×31 = $12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Poster boards/easels: Dean’s Office (must return)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43200"/>
            <a:ext cx="8229600" cy="1005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DESIGN REQUIREMENTS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Follow Boise State brand standards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Include QR code linking to registration/landing page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High contrast, minimal text, clear CTA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Include alt text description for accessibility documentation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Campus Digital Screens: Complete Guide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Reach students on screens across campus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34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MBEB / COBE Screens:  1920×1080 JPG, dark bg, no logo  →  lorainehand@boisestate.edu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19"/>
            <a:ext cx="8229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Housing &amp; Residence Life:  1920×1080 PPT/PDF  →  verenitzebeltran@boisestate.edu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Student Union Dining:  768×1366 JPG  →  Use promotional request 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8229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SUB Info Desk/Kiosks:  1920×1080 JPG  →  subpromos@boisestate.edu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8229600" cy="320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Albertsons Library:  1280×720 JPG  →  lib_communications@boisestate.edu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Campus Rec:  1920×1080 JPG  →  jaredcox@boisestate.edu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3931920" cy="8229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SUB SPECIAL PROMOTIONS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Toilet Talk: 1000×1000 JPG, submit by last Thursday of month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Social Media: submit graphics for SUB Facebook/Instagram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291840"/>
            <a:ext cx="3931920" cy="8229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D64309"/>
                </a:solidFill>
                <a:latin typeface="Arial"/>
              </a:rPr>
              <a:t>LEAD TIME &amp; TIPS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Submit 3–4 weeks before desired start date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Name files: topic_start-end-date_size.jpg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  (e.g., CareerFair_2025-10-01_1920x1080.jpg)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Hands-On Submission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Before you email cobe-info@boisestate.edu, verify you have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8229600" cy="3291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CHECKLIST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Graphics at correct dimensions (1080×1080, 1080×1920, 1920×1080)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Copy/captions written with clear CTA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Alt text for all images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Subject line: PROGRAM REQUEST - Channel - Date Range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Target publish dates specified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Registration/RSVP link included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Partner names for tagging (LinkedIn)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QR codes generated and tested (for print materials)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FDCC funding string included (if printing needed)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Campaign objective and success metric defined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Social media calendar completed (for multi-post campaigns)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☐  Budget proposal attached (if requesting paid channels)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64309"/>
                </a:solidFill>
                <a:latin typeface="Arial"/>
              </a:rPr>
              <a:t>SECTION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Tracking &amp;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QR Codes • UTM Parameters • Performance Measurement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Metrics That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Understanding what to measure and what it actually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2651760" cy="19202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033A0"/>
                </a:solidFill>
                <a:latin typeface="Arial"/>
              </a:rPr>
              <a:t>Reach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How many people saw it?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Unique users who viewed.
Track via Instagram Insights,
LinkedIn Analytics, Email
open counts.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097280"/>
            <a:ext cx="2651760" cy="19202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033A0"/>
                </a:solidFill>
                <a:latin typeface="Arial"/>
              </a:rPr>
              <a:t>Engagement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Did they interact?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Likes, comments, shares, saves.
Formula: (Reactions + Comments
+ Shares) ÷ Impressions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097280"/>
            <a:ext cx="2651760" cy="19202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033A0"/>
                </a:solidFill>
                <a:latin typeface="Arial"/>
              </a:rPr>
              <a:t>Conversion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Did they take action?</a:t>
            </a:r>
          </a:p>
          <a:p>
            <a:pPr algn="l">
              <a:spcAft>
                <a:spcPts val="100"/>
              </a:spcAft>
            </a:pPr>
            <a:r>
              <a:rPr sz="4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RSVPs, applications, registrations.
Track via event registrations,
applications submitted,
employer inquiries.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00400"/>
            <a:ext cx="8229600" cy="731520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003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Reach without conversion is vanity. Always connect metrics back to program goals.</a:t>
            </a:r>
          </a:p>
          <a:p>
            <a:pPr algn="ctr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REPORTING CADENCE: Weekly snapshots • Monthly channel roll-ups • Per-campaign recaps • Semester summaries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CPM Benchmarks by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Cost Per Thousand Impressions — Lower is better for awareness campaigns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38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01752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008000"/>
                </a:solidFill>
                <a:latin typeface="Arial"/>
              </a:rPr>
              <a:t>COBE Social (organic):  $0 CPM  —  Free, limited to followers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99031"/>
            <a:ext cx="82296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008000"/>
                </a:solidFill>
                <a:latin typeface="Arial"/>
              </a:rPr>
              <a:t>COBE Newsletter:  $0 CPM  —  Free, 5,000+ subscribers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46504"/>
            <a:ext cx="8229600" cy="301752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008000"/>
                </a:solidFill>
                <a:latin typeface="Arial"/>
              </a:rPr>
              <a:t>MBEB Digital Screens:  $0 CPM  —  Free, daily rotation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93976"/>
            <a:ext cx="82296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008000"/>
                </a:solidFill>
                <a:latin typeface="Arial"/>
              </a:rPr>
              <a:t>Tabling &amp; Class Visits:  $0 CPM  —  Free, highest quality engagement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41448"/>
            <a:ext cx="8229600" cy="301752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Meta/Instagram Ads:  $5.33 CPM  —  Best paid value, precise targeting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88920"/>
            <a:ext cx="82296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Shuttle Stop Posters:  $9.33 CPM  —  High visibility, 3 seasons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36392"/>
            <a:ext cx="8229600" cy="301752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Student Media Banner:  $10.50 CPM  —  20K views/month, 728×90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83864"/>
            <a:ext cx="82296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BSU Blueprint Magazine:  $20.00 CPM  —  Premium, graduation/orientation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86200"/>
            <a:ext cx="8229600" cy="4572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KEY INSIGHT: COBE internal channels deliver ~45,000 impressions at zero cost — that’s 19% of total reach in the RHM campaign with $0 spend.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64309"/>
                </a:solidFill>
                <a:latin typeface="Arial"/>
              </a:rPr>
              <a:t>SECTION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Resources &amp;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Templates &amp; Links Hub • FAQ • Contact Directory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Templates &amp; Links Hub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Everything you need to get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40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931920" cy="41148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1. Social Media Calendar Template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→ Social Media Calendar Template.xlsx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051560"/>
            <a:ext cx="3931920" cy="41148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2. Social Media Calendar Example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→ Social Media Calendar Example.xlsx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3931920" cy="41148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3. RHM Marketing Budget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→ RHM Marketing Budget 2025.xlsx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554480"/>
            <a:ext cx="3931920" cy="41148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4. RHM Marketing Proposal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→ RHM Marketing Proposal Spring 2025.xlsx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57400"/>
            <a:ext cx="3931920" cy="41148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5. Promotion Resources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→ Promotion Resources.docx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2057400"/>
            <a:ext cx="3931920" cy="41148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6. RHM Program Overview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→ 2025-2026 RHM Overview.docx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51760"/>
            <a:ext cx="8229600" cy="16459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D64309"/>
                </a:solidFill>
                <a:latin typeface="Arial"/>
              </a:rPr>
              <a:t>KEY LINKS</a:t>
            </a:r>
          </a:p>
          <a:p>
            <a:pPr algn="l">
              <a:spcAft>
                <a:spcPts val="100"/>
              </a:spcAft>
            </a:pPr>
            <a:r>
              <a:rPr sz="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All requests: cobe-info@boisestate.edu  |  Subject: PROGRAM REQUEST - Channel - Date Range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University events calendar: boisestate.enterprise.localist.com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Brand guide: brandguide.boisestate.edu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Career Services: cobecareers@boisestate.edu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• QR code generator: flowcode.com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When Things Go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22960"/>
            <a:ext cx="8229600" cy="228600"/>
          </a:xfrm>
          <a:prstGeom prst="round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CRISIS PROTOCOL — MEMORIZE THIS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Arial"/>
              </a:rPr>
              <a:t>Negative comments, errors, or controversial content require immediate 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2651760" cy="18288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PAUSE IMMEDIATELY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Stop all scheduled publishing.
Do not respond to negative
comments yet. Take a breath.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508760"/>
            <a:ext cx="2651760" cy="18288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NOTIFY KATE WATSON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Contact Kate Watson, Director,
immediately. She will coordinate
the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2651760" cy="182880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CORRECT &amp; DOCUMENT</a:t>
            </a:r>
          </a:p>
          <a:p>
            <a:pPr algn="ctr">
              <a:spcAft>
                <a:spcPts val="100"/>
              </a:spcAft>
            </a:pPr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Once approved, correct the issue.
Document what happened for
future reference.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8229600" cy="411480"/>
          </a:xfrm>
          <a:prstGeom prst="roundRect">
            <a:avLst/>
          </a:prstGeom>
          <a:solidFill>
            <a:srgbClr val="FFF0E0"/>
          </a:solidFill>
          <a:ln w="12700">
            <a:solidFill>
              <a:srgbClr val="D64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333333"/>
                </a:solidFill>
                <a:latin typeface="Arial"/>
              </a:rPr>
              <a:t>Crisis Contact: Kate Watson, Director — Email first, then call if urgent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Appendix: Lead Times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Hands-Off: add time for COBE to create copy/design. Hands-On: faster if assets are already on-spec.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42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8229600" cy="338328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Instagram / LinkedIn:  10 business days (sensitive topics require manager approval)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27048"/>
            <a:ext cx="82296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Email Newsletter:  10–15 business days (longer for multi-section newsletters)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11095"/>
            <a:ext cx="8229600" cy="338328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Web Updates:  10 business days (include exact copy/URL and alt text)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95144"/>
            <a:ext cx="82296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New Landing Pages:  15 business days (requires CTA ownership and form routing)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79191"/>
            <a:ext cx="8229600" cy="338328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Events / Fairs:  3–6 weeks (longer for venue/partner coordination)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63240"/>
            <a:ext cx="82296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MBEB Screens:  Submit 3–4 weeks before desired start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8229600" cy="338328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Classroom Slides:  5 business days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82296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Campus Screens (other):  1.5–4 weeks depending on location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97680"/>
            <a:ext cx="8229600" cy="320040"/>
          </a:xfrm>
          <a:prstGeom prst="roundRect">
            <a:avLst/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Always email cobe-info@boisestate.edu with subject: PROGRAM REQUEST - Channel - Date Range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Your Marketing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Know who to contact for what — always start with 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51560"/>
            <a:ext cx="3931920" cy="8229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DIRECTOR</a:t>
            </a:r>
          </a:p>
          <a:p>
            <a:pPr algn="l">
              <a:spcAft>
                <a:spcPts val="100"/>
              </a:spcAft>
            </a:pPr>
            <a:r>
              <a:rPr sz="1400" b="1">
                <a:solidFill>
                  <a:srgbClr val="0033A0"/>
                </a:solidFill>
                <a:latin typeface="Arial"/>
              </a:rPr>
              <a:t>Kate Watson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Strategy, approvals, crisis response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51560"/>
            <a:ext cx="3931920" cy="8229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MGMT ASSISTANT</a:t>
            </a:r>
          </a:p>
          <a:p>
            <a:pPr algn="l">
              <a:spcAft>
                <a:spcPts val="100"/>
              </a:spcAft>
            </a:pPr>
            <a:r>
              <a:rPr sz="1400" b="1">
                <a:solidFill>
                  <a:srgbClr val="0033A0"/>
                </a:solidFill>
                <a:latin typeface="Arial"/>
              </a:rPr>
              <a:t>Kim Presnell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Social scheduling, posting logistics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3931920" cy="8229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MULTIMEDIA</a:t>
            </a:r>
          </a:p>
          <a:p>
            <a:pPr algn="l">
              <a:spcAft>
                <a:spcPts val="100"/>
              </a:spcAft>
            </a:pPr>
            <a:r>
              <a:rPr sz="1400" b="1">
                <a:solidFill>
                  <a:srgbClr val="0033A0"/>
                </a:solidFill>
                <a:latin typeface="Arial"/>
              </a:rPr>
              <a:t>Joe Morgan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Video production, event photography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103120"/>
            <a:ext cx="3931920" cy="8229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GRAPHIC DESIGN</a:t>
            </a:r>
          </a:p>
          <a:p>
            <a:pPr algn="l">
              <a:spcAft>
                <a:spcPts val="100"/>
              </a:spcAft>
            </a:pPr>
            <a:r>
              <a:rPr sz="1400" b="1">
                <a:solidFill>
                  <a:srgbClr val="0033A0"/>
                </a:solidFill>
                <a:latin typeface="Arial"/>
              </a:rPr>
              <a:t>McKenna Howard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Visual assets, layout design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3154679"/>
            <a:ext cx="3931920" cy="8229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GRAPHIC DESIGN</a:t>
            </a:r>
          </a:p>
          <a:p>
            <a:pPr algn="l">
              <a:spcAft>
                <a:spcPts val="100"/>
              </a:spcAft>
            </a:pPr>
            <a:r>
              <a:rPr sz="1400" b="1">
                <a:solidFill>
                  <a:srgbClr val="0033A0"/>
                </a:solidFill>
                <a:latin typeface="Arial"/>
              </a:rPr>
              <a:t>Ann Hottinger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Arial"/>
              </a:rPr>
              <a:t>Creative support, template design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657600"/>
            <a:ext cx="8229600" cy="548640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003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FOR EMPLOYER EVENTS: COBE Career Services — Laura Chiuppi (208) 426-1355 | cobecareers@boisestate.edu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0033A0"/>
                </a:solidFill>
                <a:latin typeface="Arial"/>
              </a:rPr>
              <a:t>Remember: All requests start at cobe-info@boisestate.edu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Frequently Asked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13232"/>
            <a:ext cx="1371600" cy="38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66"/>
                </a:solidFill>
                <a:latin typeface="Arial"/>
              </a:rP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Q: Can I post directly to COBE social accounts?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A: No. All content goes through cobe-info@boisestate.edu for brand 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44752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Q: How fast can COBE Marketing turn this around?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A: Standard is 10 business days. Rush requests need director approval.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75104"/>
            <a:ext cx="822960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Q: I have an event in 2 weeks. Is that enough time?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A: Yes for social/email. Events/fairs need 3–6 weeks for full campaign.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05456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Q: Do I need to provide graphics?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A: No. Hands-Off: COBE Marketing creates them. Hands-On: use COBE templates.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35808"/>
            <a:ext cx="822960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Q: Can you promote my student org event?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A: Yes! Email cobe-info with subject ‘STUDENT ORG REQUEST’ and details.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Q: What if I need to make a last-minute change?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A: Contact Kate Watson directly.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96511"/>
            <a:ext cx="822960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Q: Where do I find the templates?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Arial"/>
              </a:rPr>
              <a:t>A: See the Templates &amp; Links Hub or the playbook repository.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64309"/>
                </a:solidFill>
                <a:latin typeface="Arial"/>
              </a:rPr>
              <a:t>LET’S GO BRONCOS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Start Your Next Campaign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cobe-info@boisestate.edu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All requests • All channels • One email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COBE Marketing Team • Boise State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